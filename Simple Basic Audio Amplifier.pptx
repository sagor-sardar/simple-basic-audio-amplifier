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80" r:id="rId4"/>
    <p:sldId id="257" r:id="rId5"/>
    <p:sldId id="259" r:id="rId6"/>
    <p:sldId id="258" r:id="rId7"/>
    <p:sldId id="271" r:id="rId8"/>
    <p:sldId id="260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85" r:id="rId17"/>
    <p:sldId id="279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BDBD"/>
    <a:srgbClr val="CC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77" d="100"/>
          <a:sy n="77" d="100"/>
        </p:scale>
        <p:origin x="4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3C365F-B266-4E79-B48C-D11E0080B589}" type="doc">
      <dgm:prSet loTypeId="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78EAC1D-BAF3-4247-BC65-112F727512E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Shimanta Shaha</a:t>
          </a:r>
          <a:endParaRPr lang="en-US"/>
        </a:p>
      </dgm:t>
    </dgm:pt>
    <dgm:pt modelId="{85831DCF-40EF-4A8C-A99C-62E3A5ECCD96}" cxnId="{63AF3410-80AB-463A-BAA7-B80E1CAF78DE}" type="parTrans">
      <dgm:prSet/>
      <dgm:spPr/>
      <dgm:t>
        <a:bodyPr/>
        <a:lstStyle/>
        <a:p>
          <a:endParaRPr lang="en-US"/>
        </a:p>
      </dgm:t>
    </dgm:pt>
    <dgm:pt modelId="{5C36AC6D-280C-4920-AA4F-34508F86FE5F}" cxnId="{63AF3410-80AB-463A-BAA7-B80E1CAF78DE}" type="sibTrans">
      <dgm:prSet/>
      <dgm:spPr/>
      <dgm:t>
        <a:bodyPr/>
        <a:lstStyle/>
        <a:p>
          <a:endParaRPr lang="en-US"/>
        </a:p>
      </dgm:t>
    </dgm:pt>
    <dgm:pt modelId="{21AE0C02-C74D-4D65-961C-FB3EA1F8CB5F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ID: 24-57227-2</a:t>
          </a:r>
          <a:r>
            <a:rPr/>
            <a:t/>
          </a:r>
          <a:endParaRPr/>
        </a:p>
      </dgm:t>
    </dgm:pt>
    <dgm:pt modelId="{5A8BCD8B-D50C-448E-8503-1E0DCD31A0C4}" cxnId="{FF890B4F-0C04-4AC4-8653-ACC527B57312}" type="parTrans">
      <dgm:prSet/>
      <dgm:spPr/>
      <dgm:t>
        <a:bodyPr/>
        <a:lstStyle/>
        <a:p>
          <a:endParaRPr lang="en-US"/>
        </a:p>
      </dgm:t>
    </dgm:pt>
    <dgm:pt modelId="{2418D943-9B4A-4A63-A2F3-A5B778B0096C}" cxnId="{FF890B4F-0C04-4AC4-8653-ACC527B57312}" type="sibTrans">
      <dgm:prSet/>
      <dgm:spPr/>
      <dgm:t>
        <a:bodyPr/>
        <a:lstStyle/>
        <a:p>
          <a:endParaRPr lang="en-US"/>
        </a:p>
      </dgm:t>
    </dgm:pt>
    <dgm:pt modelId="{99581300-139D-477C-8145-4E213EC13655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Marzia Samira</a:t>
          </a:r>
          <a:r>
            <a:rPr lang="en-US"/>
            <a:t/>
          </a:r>
          <a:endParaRPr lang="en-US"/>
        </a:p>
      </dgm:t>
    </dgm:pt>
    <dgm:pt modelId="{AECC7585-CAF5-4B4D-8C20-ADB254AF8580}" cxnId="{ACB9CF20-7300-413D-A0FD-2D2F029CA3AA}" type="parTrans">
      <dgm:prSet/>
      <dgm:spPr/>
      <dgm:t>
        <a:bodyPr/>
        <a:lstStyle/>
        <a:p>
          <a:endParaRPr lang="en-US"/>
        </a:p>
      </dgm:t>
    </dgm:pt>
    <dgm:pt modelId="{09831E3E-930D-40EE-8A45-DE566E87B91A}" cxnId="{ACB9CF20-7300-413D-A0FD-2D2F029CA3AA}" type="sibTrans">
      <dgm:prSet/>
      <dgm:spPr/>
      <dgm:t>
        <a:bodyPr/>
        <a:lstStyle/>
        <a:p>
          <a:endParaRPr lang="en-US"/>
        </a:p>
      </dgm:t>
    </dgm:pt>
    <dgm:pt modelId="{5194262A-0984-4D8A-8580-7734F9D09B2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ID: 24-57252-2</a:t>
          </a:r>
          <a:r>
            <a:rPr/>
            <a:t/>
          </a:r>
          <a:endParaRPr/>
        </a:p>
      </dgm:t>
    </dgm:pt>
    <dgm:pt modelId="{77A500AB-267D-4A74-9391-0FB354E0CCC8}" cxnId="{448D474F-4879-4136-A84C-61B958367D0A}" type="parTrans">
      <dgm:prSet/>
      <dgm:spPr/>
      <dgm:t>
        <a:bodyPr/>
        <a:lstStyle/>
        <a:p>
          <a:endParaRPr lang="en-US"/>
        </a:p>
      </dgm:t>
    </dgm:pt>
    <dgm:pt modelId="{FD41FD2E-B8F5-4198-9D08-5D060D5FE424}" cxnId="{448D474F-4879-4136-A84C-61B958367D0A}" type="sibTrans">
      <dgm:prSet/>
      <dgm:spPr/>
      <dgm:t>
        <a:bodyPr/>
        <a:lstStyle/>
        <a:p>
          <a:endParaRPr lang="en-US"/>
        </a:p>
      </dgm:t>
    </dgm:pt>
    <dgm:pt modelId="{2A2A885B-E876-4955-8814-9B3E8E47B6B6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Rashidul Islam Rafy</a:t>
          </a:r>
          <a:endParaRPr lang="en-US"/>
        </a:p>
      </dgm:t>
    </dgm:pt>
    <dgm:pt modelId="{8B9A6979-9C97-4B1F-ABD3-EC8CBBB28002}" cxnId="{8E760FD9-5F6F-4386-AFFC-34E859A59F90}" type="parTrans">
      <dgm:prSet/>
      <dgm:spPr/>
      <dgm:t>
        <a:bodyPr/>
        <a:lstStyle/>
        <a:p>
          <a:endParaRPr lang="en-US"/>
        </a:p>
      </dgm:t>
    </dgm:pt>
    <dgm:pt modelId="{EEC2195E-8797-43FD-BEC3-8E66DAE79D5A}" cxnId="{8E760FD9-5F6F-4386-AFFC-34E859A59F90}" type="sibTrans">
      <dgm:prSet/>
      <dgm:spPr/>
      <dgm:t>
        <a:bodyPr/>
        <a:lstStyle/>
        <a:p>
          <a:endParaRPr lang="en-US"/>
        </a:p>
      </dgm:t>
    </dgm:pt>
    <dgm:pt modelId="{D22CD546-77B0-4194-96DB-626C69568608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ID: 24-57254-2</a:t>
          </a:r>
          <a:r>
            <a:rPr/>
            <a:t/>
          </a:r>
          <a:endParaRPr/>
        </a:p>
      </dgm:t>
    </dgm:pt>
    <dgm:pt modelId="{DFAB41DF-6B93-4D79-BFDB-3821442F61A6}" cxnId="{5DB9728C-EC3C-4307-A76D-86CF520ACB50}" type="parTrans">
      <dgm:prSet/>
      <dgm:spPr/>
      <dgm:t>
        <a:bodyPr/>
        <a:lstStyle/>
        <a:p>
          <a:endParaRPr lang="en-US"/>
        </a:p>
      </dgm:t>
    </dgm:pt>
    <dgm:pt modelId="{AEC9C916-7EB1-4912-9AF1-402EB078FEA9}" cxnId="{5DB9728C-EC3C-4307-A76D-86CF520ACB50}" type="sibTrans">
      <dgm:prSet/>
      <dgm:spPr/>
      <dgm:t>
        <a:bodyPr/>
        <a:lstStyle/>
        <a:p>
          <a:endParaRPr lang="en-US"/>
        </a:p>
      </dgm:t>
    </dgm:pt>
    <dgm:pt modelId="{5C74C77B-9F9A-4E98-A23E-357F16E73425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MD. Shafiqur Rahman</a:t>
          </a:r>
          <a:endParaRPr lang="en-US"/>
        </a:p>
      </dgm:t>
    </dgm:pt>
    <dgm:pt modelId="{D4C2F6D0-35FC-4FD3-A1D8-0B5B9D472C89}" cxnId="{284A2642-FA87-45BA-AD78-AA281FB394C7}" type="parTrans">
      <dgm:prSet/>
      <dgm:spPr/>
      <dgm:t>
        <a:bodyPr/>
        <a:lstStyle/>
        <a:p>
          <a:endParaRPr lang="en-US"/>
        </a:p>
      </dgm:t>
    </dgm:pt>
    <dgm:pt modelId="{58CEA181-06E3-459A-AE61-D5FDD66C6309}" cxnId="{284A2642-FA87-45BA-AD78-AA281FB394C7}" type="sibTrans">
      <dgm:prSet/>
      <dgm:spPr/>
      <dgm:t>
        <a:bodyPr/>
        <a:lstStyle/>
        <a:p>
          <a:endParaRPr lang="en-US"/>
        </a:p>
      </dgm:t>
    </dgm:pt>
    <dgm:pt modelId="{C74353B3-2844-43D1-BE64-ED0344F03773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ID: 24-57262-2</a:t>
          </a:r>
          <a:r>
            <a:rPr/>
            <a:t/>
          </a:r>
          <a:endParaRPr/>
        </a:p>
      </dgm:t>
    </dgm:pt>
    <dgm:pt modelId="{4FFD598C-170F-44F8-9E74-488DD0D07F64}" cxnId="{6056D334-5122-4291-9D14-2B3839E3FCE3}" type="parTrans">
      <dgm:prSet/>
      <dgm:spPr/>
      <dgm:t>
        <a:bodyPr/>
        <a:lstStyle/>
        <a:p>
          <a:endParaRPr lang="en-US"/>
        </a:p>
      </dgm:t>
    </dgm:pt>
    <dgm:pt modelId="{D9A0758D-9038-40D6-AB12-78ADE5AA7429}" cxnId="{6056D334-5122-4291-9D14-2B3839E3FCE3}" type="sibTrans">
      <dgm:prSet/>
      <dgm:spPr/>
      <dgm:t>
        <a:bodyPr/>
        <a:lstStyle/>
        <a:p>
          <a:endParaRPr lang="en-US"/>
        </a:p>
      </dgm:t>
    </dgm:pt>
    <dgm:pt modelId="{A10A33EC-2F97-4007-9A6A-960F16043C3D}" type="pres">
      <dgm:prSet presAssocID="{AA3C365F-B266-4E79-B48C-D11E0080B589}" presName="Name0" presStyleCnt="0">
        <dgm:presLayoutVars>
          <dgm:dir/>
          <dgm:animLvl val="lvl"/>
          <dgm:resizeHandles val="exact"/>
        </dgm:presLayoutVars>
      </dgm:prSet>
      <dgm:spPr/>
    </dgm:pt>
    <dgm:pt modelId="{84FC817C-E39A-4AA1-BD16-B14A11A4C430}" type="pres">
      <dgm:prSet presAssocID="{B78EAC1D-BAF3-4247-BC65-112F727512E3}" presName="linNode" presStyleCnt="0"/>
      <dgm:spPr/>
    </dgm:pt>
    <dgm:pt modelId="{FC5AA0E7-4C54-454A-B91F-DD2C2771F3A8}" type="pres">
      <dgm:prSet presAssocID="{B78EAC1D-BAF3-4247-BC65-112F727512E3}" presName="parentText" presStyleLbl="node1" presStyleIdx="0" presStyleCnt="8">
        <dgm:presLayoutVars>
          <dgm:chMax val="1"/>
          <dgm:bulletEnabled val="1"/>
        </dgm:presLayoutVars>
      </dgm:prSet>
      <dgm:spPr/>
    </dgm:pt>
    <dgm:pt modelId="{ADBDD571-2098-4F0F-A46F-FA49638FC59D}" type="pres">
      <dgm:prSet presAssocID="{5C36AC6D-280C-4920-AA4F-34508F86FE5F}" presName="sp" presStyleCnt="0"/>
      <dgm:spPr/>
    </dgm:pt>
    <dgm:pt modelId="{084544CB-8E66-45E7-AE5C-7CA011D568AC}" type="pres">
      <dgm:prSet presAssocID="{21AE0C02-C74D-4D65-961C-FB3EA1F8CB5F}" presName="linNode" presStyleCnt="0"/>
      <dgm:spPr/>
    </dgm:pt>
    <dgm:pt modelId="{7865601F-B88E-413E-B43D-202491A35306}" type="pres">
      <dgm:prSet presAssocID="{21AE0C02-C74D-4D65-961C-FB3EA1F8CB5F}" presName="parentText" presStyleLbl="node1" presStyleIdx="1" presStyleCnt="8">
        <dgm:presLayoutVars>
          <dgm:chMax val="1"/>
          <dgm:bulletEnabled val="1"/>
        </dgm:presLayoutVars>
      </dgm:prSet>
      <dgm:spPr/>
    </dgm:pt>
    <dgm:pt modelId="{ED0E5317-ECE8-48E9-B4F7-2ABB8220EDE3}" type="pres">
      <dgm:prSet presAssocID="{2418D943-9B4A-4A63-A2F3-A5B778B0096C}" presName="sp" presStyleCnt="0"/>
      <dgm:spPr/>
    </dgm:pt>
    <dgm:pt modelId="{9162EC70-C934-4C72-BA15-58584B236A2E}" type="pres">
      <dgm:prSet presAssocID="{99581300-139D-477C-8145-4E213EC13655}" presName="linNode" presStyleCnt="0"/>
      <dgm:spPr/>
    </dgm:pt>
    <dgm:pt modelId="{3B5D0B7F-8AAD-49A3-AE48-ABD4ED1E9D48}" type="pres">
      <dgm:prSet presAssocID="{99581300-139D-477C-8145-4E213EC13655}" presName="parentText" presStyleLbl="node1" presStyleIdx="2" presStyleCnt="8">
        <dgm:presLayoutVars>
          <dgm:chMax val="1"/>
          <dgm:bulletEnabled val="1"/>
        </dgm:presLayoutVars>
      </dgm:prSet>
      <dgm:spPr/>
    </dgm:pt>
    <dgm:pt modelId="{515E6F88-DE03-40F4-BD8D-04BB31ACAA2B}" type="pres">
      <dgm:prSet presAssocID="{09831E3E-930D-40EE-8A45-DE566E87B91A}" presName="sp" presStyleCnt="0"/>
      <dgm:spPr/>
    </dgm:pt>
    <dgm:pt modelId="{D4B5C71A-4F6E-4D10-9F78-D26B9D261576}" type="pres">
      <dgm:prSet presAssocID="{5194262A-0984-4D8A-8580-7734F9D09B2C}" presName="linNode" presStyleCnt="0"/>
      <dgm:spPr/>
    </dgm:pt>
    <dgm:pt modelId="{1D36E643-E021-4C33-8CFB-9CE0E3F4EEA2}" type="pres">
      <dgm:prSet presAssocID="{5194262A-0984-4D8A-8580-7734F9D09B2C}" presName="parentText" presStyleLbl="node1" presStyleIdx="3" presStyleCnt="8">
        <dgm:presLayoutVars>
          <dgm:chMax val="1"/>
          <dgm:bulletEnabled val="1"/>
        </dgm:presLayoutVars>
      </dgm:prSet>
      <dgm:spPr/>
    </dgm:pt>
    <dgm:pt modelId="{F61BC8C0-2614-47B8-A49A-C147012EB6DF}" type="pres">
      <dgm:prSet presAssocID="{FD41FD2E-B8F5-4198-9D08-5D060D5FE424}" presName="sp" presStyleCnt="0"/>
      <dgm:spPr/>
    </dgm:pt>
    <dgm:pt modelId="{75F14D48-9329-4E13-AB1E-465FE931CCDD}" type="pres">
      <dgm:prSet presAssocID="{2A2A885B-E876-4955-8814-9B3E8E47B6B6}" presName="linNode" presStyleCnt="0"/>
      <dgm:spPr/>
    </dgm:pt>
    <dgm:pt modelId="{CF0D6C4E-F62A-437E-B65C-AEF581535096}" type="pres">
      <dgm:prSet presAssocID="{2A2A885B-E876-4955-8814-9B3E8E47B6B6}" presName="parentText" presStyleLbl="node1" presStyleIdx="4" presStyleCnt="8">
        <dgm:presLayoutVars>
          <dgm:chMax val="1"/>
          <dgm:bulletEnabled val="1"/>
        </dgm:presLayoutVars>
      </dgm:prSet>
      <dgm:spPr/>
    </dgm:pt>
    <dgm:pt modelId="{B08343B3-B0C0-42DF-8684-A3BBFB181E92}" type="pres">
      <dgm:prSet presAssocID="{EEC2195E-8797-43FD-BEC3-8E66DAE79D5A}" presName="sp" presStyleCnt="0"/>
      <dgm:spPr/>
    </dgm:pt>
    <dgm:pt modelId="{4C7BBF46-BF96-478F-9E16-27A02D5078B2}" type="pres">
      <dgm:prSet presAssocID="{D22CD546-77B0-4194-96DB-626C69568608}" presName="linNode" presStyleCnt="0"/>
      <dgm:spPr/>
    </dgm:pt>
    <dgm:pt modelId="{83D82352-3E2E-4FC6-854F-BC8DEF247442}" type="pres">
      <dgm:prSet presAssocID="{D22CD546-77B0-4194-96DB-626C69568608}" presName="parentText" presStyleLbl="node1" presStyleIdx="5" presStyleCnt="8">
        <dgm:presLayoutVars>
          <dgm:chMax val="1"/>
          <dgm:bulletEnabled val="1"/>
        </dgm:presLayoutVars>
      </dgm:prSet>
      <dgm:spPr/>
    </dgm:pt>
    <dgm:pt modelId="{11A0BE92-890B-4AAF-B6BA-0D085BF80ECA}" type="pres">
      <dgm:prSet presAssocID="{AEC9C916-7EB1-4912-9AF1-402EB078FEA9}" presName="sp" presStyleCnt="0"/>
      <dgm:spPr/>
    </dgm:pt>
    <dgm:pt modelId="{4556A081-6575-4596-BFE8-03BC1897AE7A}" type="pres">
      <dgm:prSet presAssocID="{5C74C77B-9F9A-4E98-A23E-357F16E73425}" presName="linNode" presStyleCnt="0"/>
      <dgm:spPr/>
    </dgm:pt>
    <dgm:pt modelId="{5D6410D7-3B36-42C1-94A8-55C6ACCECEEA}" type="pres">
      <dgm:prSet presAssocID="{5C74C77B-9F9A-4E98-A23E-357F16E73425}" presName="parentText" presStyleLbl="node1" presStyleIdx="6" presStyleCnt="8">
        <dgm:presLayoutVars>
          <dgm:chMax val="1"/>
          <dgm:bulletEnabled val="1"/>
        </dgm:presLayoutVars>
      </dgm:prSet>
      <dgm:spPr/>
    </dgm:pt>
    <dgm:pt modelId="{4BA01999-5A51-4946-AA2F-3955B0DD149E}" type="pres">
      <dgm:prSet presAssocID="{58CEA181-06E3-459A-AE61-D5FDD66C6309}" presName="sp" presStyleCnt="0"/>
      <dgm:spPr/>
    </dgm:pt>
    <dgm:pt modelId="{E6503C1B-500D-41BF-8869-11ABA8F8FF01}" type="pres">
      <dgm:prSet presAssocID="{C74353B3-2844-43D1-BE64-ED0344F03773}" presName="linNode" presStyleCnt="0"/>
      <dgm:spPr/>
    </dgm:pt>
    <dgm:pt modelId="{5DBFCFB3-086A-4CCA-A8C4-A9B8557EAD01}" type="pres">
      <dgm:prSet presAssocID="{C74353B3-2844-43D1-BE64-ED0344F03773}" presName="parentText" presStyleLbl="node1" presStyleIdx="7" presStyleCnt="8">
        <dgm:presLayoutVars>
          <dgm:chMax val="1"/>
          <dgm:bulletEnabled val="1"/>
        </dgm:presLayoutVars>
      </dgm:prSet>
      <dgm:spPr/>
    </dgm:pt>
  </dgm:ptLst>
  <dgm:cxnLst>
    <dgm:cxn modelId="{63AF3410-80AB-463A-BAA7-B80E1CAF78DE}" srcId="{AA3C365F-B266-4E79-B48C-D11E0080B589}" destId="{B78EAC1D-BAF3-4247-BC65-112F727512E3}" srcOrd="0" destOrd="0" parTransId="{85831DCF-40EF-4A8C-A99C-62E3A5ECCD96}" sibTransId="{5C36AC6D-280C-4920-AA4F-34508F86FE5F}"/>
    <dgm:cxn modelId="{FF890B4F-0C04-4AC4-8653-ACC527B57312}" srcId="{AA3C365F-B266-4E79-B48C-D11E0080B589}" destId="{21AE0C02-C74D-4D65-961C-FB3EA1F8CB5F}" srcOrd="1" destOrd="0" parTransId="{5A8BCD8B-D50C-448E-8503-1E0DCD31A0C4}" sibTransId="{2418D943-9B4A-4A63-A2F3-A5B778B0096C}"/>
    <dgm:cxn modelId="{ACB9CF20-7300-413D-A0FD-2D2F029CA3AA}" srcId="{AA3C365F-B266-4E79-B48C-D11E0080B589}" destId="{99581300-139D-477C-8145-4E213EC13655}" srcOrd="2" destOrd="0" parTransId="{AECC7585-CAF5-4B4D-8C20-ADB254AF8580}" sibTransId="{09831E3E-930D-40EE-8A45-DE566E87B91A}"/>
    <dgm:cxn modelId="{448D474F-4879-4136-A84C-61B958367D0A}" srcId="{AA3C365F-B266-4E79-B48C-D11E0080B589}" destId="{5194262A-0984-4D8A-8580-7734F9D09B2C}" srcOrd="3" destOrd="0" parTransId="{77A500AB-267D-4A74-9391-0FB354E0CCC8}" sibTransId="{FD41FD2E-B8F5-4198-9D08-5D060D5FE424}"/>
    <dgm:cxn modelId="{8E760FD9-5F6F-4386-AFFC-34E859A59F90}" srcId="{AA3C365F-B266-4E79-B48C-D11E0080B589}" destId="{2A2A885B-E876-4955-8814-9B3E8E47B6B6}" srcOrd="4" destOrd="0" parTransId="{8B9A6979-9C97-4B1F-ABD3-EC8CBBB28002}" sibTransId="{EEC2195E-8797-43FD-BEC3-8E66DAE79D5A}"/>
    <dgm:cxn modelId="{5DB9728C-EC3C-4307-A76D-86CF520ACB50}" srcId="{AA3C365F-B266-4E79-B48C-D11E0080B589}" destId="{D22CD546-77B0-4194-96DB-626C69568608}" srcOrd="5" destOrd="0" parTransId="{DFAB41DF-6B93-4D79-BFDB-3821442F61A6}" sibTransId="{AEC9C916-7EB1-4912-9AF1-402EB078FEA9}"/>
    <dgm:cxn modelId="{284A2642-FA87-45BA-AD78-AA281FB394C7}" srcId="{AA3C365F-B266-4E79-B48C-D11E0080B589}" destId="{5C74C77B-9F9A-4E98-A23E-357F16E73425}" srcOrd="6" destOrd="0" parTransId="{D4C2F6D0-35FC-4FD3-A1D8-0B5B9D472C89}" sibTransId="{58CEA181-06E3-459A-AE61-D5FDD66C6309}"/>
    <dgm:cxn modelId="{6056D334-5122-4291-9D14-2B3839E3FCE3}" srcId="{AA3C365F-B266-4E79-B48C-D11E0080B589}" destId="{C74353B3-2844-43D1-BE64-ED0344F03773}" srcOrd="7" destOrd="0" parTransId="{4FFD598C-170F-44F8-9E74-488DD0D07F64}" sibTransId="{D9A0758D-9038-40D6-AB12-78ADE5AA7429}"/>
    <dgm:cxn modelId="{BDD5CE4B-EEC8-49DA-AC7C-B70A97A43C40}" type="presOf" srcId="{AA3C365F-B266-4E79-B48C-D11E0080B589}" destId="{A10A33EC-2F97-4007-9A6A-960F16043C3D}" srcOrd="0" destOrd="0" presId="urn:microsoft.com/office/officeart/2005/8/layout/vList5"/>
    <dgm:cxn modelId="{F79FB33B-AB85-430B-BBCF-6C411C24B844}" type="presParOf" srcId="{A10A33EC-2F97-4007-9A6A-960F16043C3D}" destId="{84FC817C-E39A-4AA1-BD16-B14A11A4C430}" srcOrd="0" destOrd="0" presId="urn:microsoft.com/office/officeart/2005/8/layout/vList5"/>
    <dgm:cxn modelId="{537102B0-4986-4763-B8CE-7ABEA6FC9F45}" type="presParOf" srcId="{84FC817C-E39A-4AA1-BD16-B14A11A4C430}" destId="{FC5AA0E7-4C54-454A-B91F-DD2C2771F3A8}" srcOrd="0" destOrd="0" presId="urn:microsoft.com/office/officeart/2005/8/layout/vList5"/>
    <dgm:cxn modelId="{9CCE5C7E-DC42-4018-9D7C-E6F99F200441}" type="presOf" srcId="{B78EAC1D-BAF3-4247-BC65-112F727512E3}" destId="{FC5AA0E7-4C54-454A-B91F-DD2C2771F3A8}" srcOrd="0" destOrd="0" presId="urn:microsoft.com/office/officeart/2005/8/layout/vList5"/>
    <dgm:cxn modelId="{D0C09B19-B4B1-4C11-B9B2-078CD5B49324}" type="presParOf" srcId="{A10A33EC-2F97-4007-9A6A-960F16043C3D}" destId="{ADBDD571-2098-4F0F-A46F-FA49638FC59D}" srcOrd="1" destOrd="0" presId="urn:microsoft.com/office/officeart/2005/8/layout/vList5"/>
    <dgm:cxn modelId="{466C27A8-179E-4432-8400-677BFC3FE320}" type="presParOf" srcId="{A10A33EC-2F97-4007-9A6A-960F16043C3D}" destId="{084544CB-8E66-45E7-AE5C-7CA011D568AC}" srcOrd="2" destOrd="0" presId="urn:microsoft.com/office/officeart/2005/8/layout/vList5"/>
    <dgm:cxn modelId="{F43A9546-74F6-4BFF-9895-15F4E1E48149}" type="presParOf" srcId="{084544CB-8E66-45E7-AE5C-7CA011D568AC}" destId="{7865601F-B88E-413E-B43D-202491A35306}" srcOrd="0" destOrd="2" presId="urn:microsoft.com/office/officeart/2005/8/layout/vList5"/>
    <dgm:cxn modelId="{B6C82540-5054-4E70-91A8-E6D271EB75A9}" type="presOf" srcId="{21AE0C02-C74D-4D65-961C-FB3EA1F8CB5F}" destId="{7865601F-B88E-413E-B43D-202491A35306}" srcOrd="0" destOrd="0" presId="urn:microsoft.com/office/officeart/2005/8/layout/vList5"/>
    <dgm:cxn modelId="{6848A012-046E-4F94-8AD5-BB4B2E2F8296}" type="presParOf" srcId="{A10A33EC-2F97-4007-9A6A-960F16043C3D}" destId="{ED0E5317-ECE8-48E9-B4F7-2ABB8220EDE3}" srcOrd="3" destOrd="0" presId="urn:microsoft.com/office/officeart/2005/8/layout/vList5"/>
    <dgm:cxn modelId="{000400B1-CE9B-4D20-8CCE-404FAF754431}" type="presParOf" srcId="{A10A33EC-2F97-4007-9A6A-960F16043C3D}" destId="{9162EC70-C934-4C72-BA15-58584B236A2E}" srcOrd="4" destOrd="0" presId="urn:microsoft.com/office/officeart/2005/8/layout/vList5"/>
    <dgm:cxn modelId="{B86460D6-EC6F-4932-B645-D5483426E6AD}" type="presParOf" srcId="{9162EC70-C934-4C72-BA15-58584B236A2E}" destId="{3B5D0B7F-8AAD-49A3-AE48-ABD4ED1E9D48}" srcOrd="0" destOrd="4" presId="urn:microsoft.com/office/officeart/2005/8/layout/vList5"/>
    <dgm:cxn modelId="{A1FF684D-BAE6-4E72-A40B-E772949918D6}" type="presOf" srcId="{99581300-139D-477C-8145-4E213EC13655}" destId="{3B5D0B7F-8AAD-49A3-AE48-ABD4ED1E9D48}" srcOrd="0" destOrd="0" presId="urn:microsoft.com/office/officeart/2005/8/layout/vList5"/>
    <dgm:cxn modelId="{4B716C88-AA14-4765-B340-CFF37B8F4799}" type="presParOf" srcId="{A10A33EC-2F97-4007-9A6A-960F16043C3D}" destId="{515E6F88-DE03-40F4-BD8D-04BB31ACAA2B}" srcOrd="5" destOrd="0" presId="urn:microsoft.com/office/officeart/2005/8/layout/vList5"/>
    <dgm:cxn modelId="{C530D2A0-5587-4168-B523-4CC4E3AE2DF1}" type="presParOf" srcId="{A10A33EC-2F97-4007-9A6A-960F16043C3D}" destId="{D4B5C71A-4F6E-4D10-9F78-D26B9D261576}" srcOrd="6" destOrd="0" presId="urn:microsoft.com/office/officeart/2005/8/layout/vList5"/>
    <dgm:cxn modelId="{151FB0D2-3E8D-4323-956A-2462EF2DF3D8}" type="presParOf" srcId="{D4B5C71A-4F6E-4D10-9F78-D26B9D261576}" destId="{1D36E643-E021-4C33-8CFB-9CE0E3F4EEA2}" srcOrd="0" destOrd="6" presId="urn:microsoft.com/office/officeart/2005/8/layout/vList5"/>
    <dgm:cxn modelId="{C53ACD9F-6FB3-40F3-924D-8DFD862E13E7}" type="presOf" srcId="{5194262A-0984-4D8A-8580-7734F9D09B2C}" destId="{1D36E643-E021-4C33-8CFB-9CE0E3F4EEA2}" srcOrd="0" destOrd="0" presId="urn:microsoft.com/office/officeart/2005/8/layout/vList5"/>
    <dgm:cxn modelId="{42163276-16DA-43B2-9F22-D7D2F18BE7FB}" type="presParOf" srcId="{A10A33EC-2F97-4007-9A6A-960F16043C3D}" destId="{F61BC8C0-2614-47B8-A49A-C147012EB6DF}" srcOrd="7" destOrd="0" presId="urn:microsoft.com/office/officeart/2005/8/layout/vList5"/>
    <dgm:cxn modelId="{F22F6ACD-D0CD-47C6-9512-E92580067088}" type="presParOf" srcId="{A10A33EC-2F97-4007-9A6A-960F16043C3D}" destId="{75F14D48-9329-4E13-AB1E-465FE931CCDD}" srcOrd="8" destOrd="0" presId="urn:microsoft.com/office/officeart/2005/8/layout/vList5"/>
    <dgm:cxn modelId="{B4D10EFC-8635-4CDE-9774-624090DC9FDF}" type="presParOf" srcId="{75F14D48-9329-4E13-AB1E-465FE931CCDD}" destId="{CF0D6C4E-F62A-437E-B65C-AEF581535096}" srcOrd="0" destOrd="8" presId="urn:microsoft.com/office/officeart/2005/8/layout/vList5"/>
    <dgm:cxn modelId="{4E35A13F-D2F5-41EB-8D8D-B614AFC1935F}" type="presOf" srcId="{2A2A885B-E876-4955-8814-9B3E8E47B6B6}" destId="{CF0D6C4E-F62A-437E-B65C-AEF581535096}" srcOrd="0" destOrd="0" presId="urn:microsoft.com/office/officeart/2005/8/layout/vList5"/>
    <dgm:cxn modelId="{73DDF054-A00F-486C-BF90-4DF1B8E33900}" type="presParOf" srcId="{A10A33EC-2F97-4007-9A6A-960F16043C3D}" destId="{B08343B3-B0C0-42DF-8684-A3BBFB181E92}" srcOrd="9" destOrd="0" presId="urn:microsoft.com/office/officeart/2005/8/layout/vList5"/>
    <dgm:cxn modelId="{C97ED886-A799-42F7-92BF-C612DFDB345C}" type="presParOf" srcId="{A10A33EC-2F97-4007-9A6A-960F16043C3D}" destId="{4C7BBF46-BF96-478F-9E16-27A02D5078B2}" srcOrd="10" destOrd="0" presId="urn:microsoft.com/office/officeart/2005/8/layout/vList5"/>
    <dgm:cxn modelId="{11DFAE71-51AB-4FFC-AFAD-B0FC560861D4}" type="presParOf" srcId="{4C7BBF46-BF96-478F-9E16-27A02D5078B2}" destId="{83D82352-3E2E-4FC6-854F-BC8DEF247442}" srcOrd="0" destOrd="10" presId="urn:microsoft.com/office/officeart/2005/8/layout/vList5"/>
    <dgm:cxn modelId="{20A55BF6-6CA7-4D2C-AA4D-C1C36E95064F}" type="presOf" srcId="{D22CD546-77B0-4194-96DB-626C69568608}" destId="{83D82352-3E2E-4FC6-854F-BC8DEF247442}" srcOrd="0" destOrd="0" presId="urn:microsoft.com/office/officeart/2005/8/layout/vList5"/>
    <dgm:cxn modelId="{A865AD15-E67B-4A3E-B3FF-8DDB4F4AA2EB}" type="presParOf" srcId="{A10A33EC-2F97-4007-9A6A-960F16043C3D}" destId="{11A0BE92-890B-4AAF-B6BA-0D085BF80ECA}" srcOrd="11" destOrd="0" presId="urn:microsoft.com/office/officeart/2005/8/layout/vList5"/>
    <dgm:cxn modelId="{6E6D1653-099A-440E-B224-E08E25461880}" type="presParOf" srcId="{A10A33EC-2F97-4007-9A6A-960F16043C3D}" destId="{4556A081-6575-4596-BFE8-03BC1897AE7A}" srcOrd="12" destOrd="0" presId="urn:microsoft.com/office/officeart/2005/8/layout/vList5"/>
    <dgm:cxn modelId="{D798077E-3678-490E-B57D-A0C4A241E10B}" type="presParOf" srcId="{4556A081-6575-4596-BFE8-03BC1897AE7A}" destId="{5D6410D7-3B36-42C1-94A8-55C6ACCECEEA}" srcOrd="0" destOrd="12" presId="urn:microsoft.com/office/officeart/2005/8/layout/vList5"/>
    <dgm:cxn modelId="{EBFBC101-8F0E-437F-8EB5-848A3FF93D4E}" type="presOf" srcId="{5C74C77B-9F9A-4E98-A23E-357F16E73425}" destId="{5D6410D7-3B36-42C1-94A8-55C6ACCECEEA}" srcOrd="0" destOrd="0" presId="urn:microsoft.com/office/officeart/2005/8/layout/vList5"/>
    <dgm:cxn modelId="{56B4EF72-6800-40BD-974C-C525E1E24145}" type="presParOf" srcId="{A10A33EC-2F97-4007-9A6A-960F16043C3D}" destId="{4BA01999-5A51-4946-AA2F-3955B0DD149E}" srcOrd="13" destOrd="0" presId="urn:microsoft.com/office/officeart/2005/8/layout/vList5"/>
    <dgm:cxn modelId="{A93AD960-258D-483B-87A3-0CBC4DAE0359}" type="presParOf" srcId="{A10A33EC-2F97-4007-9A6A-960F16043C3D}" destId="{E6503C1B-500D-41BF-8869-11ABA8F8FF01}" srcOrd="14" destOrd="0" presId="urn:microsoft.com/office/officeart/2005/8/layout/vList5"/>
    <dgm:cxn modelId="{72C26990-5818-476B-9C73-B3099CA5D74A}" type="presParOf" srcId="{E6503C1B-500D-41BF-8869-11ABA8F8FF01}" destId="{5DBFCFB3-086A-4CCA-A8C4-A9B8557EAD01}" srcOrd="0" destOrd="14" presId="urn:microsoft.com/office/officeart/2005/8/layout/vList5"/>
    <dgm:cxn modelId="{16046A97-E009-40C1-83AB-D03D25A0A0A5}" type="presOf" srcId="{C74353B3-2844-43D1-BE64-ED0344F03773}" destId="{5DBFCFB3-086A-4CCA-A8C4-A9B8557EAD01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8C5EA6-3F95-4174-895E-19FF4554F4EB}" type="doc">
      <dgm:prSet loTypeId="urn:microsoft.com/office/officeart/2005/8/layout/process4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4458775-D4FF-4675-88CE-A11730A5A127}">
      <dgm:prSet/>
      <dgm:spPr/>
      <dgm:t>
        <a:bodyPr/>
        <a:lstStyle/>
        <a:p>
          <a:r>
            <a:rPr lang="en-US"/>
            <a:t>Audio amplifiers play a pivotal role in our daily lives, from music systems to public address systems.</a:t>
          </a:r>
        </a:p>
      </dgm:t>
    </dgm:pt>
    <dgm:pt modelId="{2454E88E-BF47-4953-A7A3-A503C9370C50}" cxnId="{7CEE197F-CADB-4945-921F-79A5EE57565D}" type="parTrans">
      <dgm:prSet/>
      <dgm:spPr/>
      <dgm:t>
        <a:bodyPr/>
        <a:lstStyle/>
        <a:p>
          <a:endParaRPr lang="en-US"/>
        </a:p>
      </dgm:t>
    </dgm:pt>
    <dgm:pt modelId="{9F407FF9-1903-4897-90DB-A4E566B28AD1}" cxnId="{7CEE197F-CADB-4945-921F-79A5EE57565D}" type="sibTrans">
      <dgm:prSet/>
      <dgm:spPr/>
      <dgm:t>
        <a:bodyPr/>
        <a:lstStyle/>
        <a:p>
          <a:endParaRPr lang="en-US"/>
        </a:p>
      </dgm:t>
    </dgm:pt>
    <dgm:pt modelId="{3E401458-1C2B-4CC1-A79C-763AD8311B27}">
      <dgm:prSet/>
      <dgm:spPr/>
      <dgm:t>
        <a:bodyPr/>
        <a:lstStyle/>
        <a:p>
          <a:r>
            <a:rPr lang="en-US"/>
            <a:t>Today, we present a project that dives into the basics of audio amplifiers.</a:t>
          </a:r>
        </a:p>
      </dgm:t>
    </dgm:pt>
    <dgm:pt modelId="{C131D257-CBB3-4B4E-834F-27CEE626D74A}" cxnId="{512DA3C1-4599-47AF-BDCF-91213C970C94}" type="parTrans">
      <dgm:prSet/>
      <dgm:spPr/>
      <dgm:t>
        <a:bodyPr/>
        <a:lstStyle/>
        <a:p>
          <a:endParaRPr lang="en-US"/>
        </a:p>
      </dgm:t>
    </dgm:pt>
    <dgm:pt modelId="{CBD4DBDA-5743-4386-8098-DD9D72EC8B1D}" cxnId="{512DA3C1-4599-47AF-BDCF-91213C970C94}" type="sibTrans">
      <dgm:prSet/>
      <dgm:spPr/>
      <dgm:t>
        <a:bodyPr/>
        <a:lstStyle/>
        <a:p>
          <a:endParaRPr lang="en-US"/>
        </a:p>
      </dgm:t>
    </dgm:pt>
    <dgm:pt modelId="{7AD50089-7ED5-4B0D-8504-58445CE72447}">
      <dgm:prSet/>
      <dgm:spPr/>
      <dgm:t>
        <a:bodyPr/>
        <a:lstStyle/>
        <a:p>
          <a:r>
            <a:rPr lang="en-US"/>
            <a:t>Our goal is to build a Simple Basic Audio Amplifier, providing a hands-on experience and emphasizing the role of capacitors.</a:t>
          </a:r>
        </a:p>
      </dgm:t>
    </dgm:pt>
    <dgm:pt modelId="{211D9D97-E08F-4040-AFAF-0D898C432256}" cxnId="{82418CE3-54ED-49AB-A2D1-0187F8C58FEF}" type="parTrans">
      <dgm:prSet/>
      <dgm:spPr/>
      <dgm:t>
        <a:bodyPr/>
        <a:lstStyle/>
        <a:p>
          <a:endParaRPr lang="en-US"/>
        </a:p>
      </dgm:t>
    </dgm:pt>
    <dgm:pt modelId="{E4B535F6-58B3-44B2-BE11-F0D74D8C4643}" cxnId="{82418CE3-54ED-49AB-A2D1-0187F8C58FEF}" type="sibTrans">
      <dgm:prSet/>
      <dgm:spPr/>
      <dgm:t>
        <a:bodyPr/>
        <a:lstStyle/>
        <a:p>
          <a:endParaRPr lang="en-US"/>
        </a:p>
      </dgm:t>
    </dgm:pt>
    <dgm:pt modelId="{17E60517-8E56-49C9-AEFA-9BDE7CC63AAE}" type="pres">
      <dgm:prSet presAssocID="{E58C5EA6-3F95-4174-895E-19FF4554F4EB}" presName="Name0" presStyleCnt="0">
        <dgm:presLayoutVars>
          <dgm:dir/>
          <dgm:animLvl val="lvl"/>
          <dgm:resizeHandles val="exact"/>
        </dgm:presLayoutVars>
      </dgm:prSet>
      <dgm:spPr/>
    </dgm:pt>
    <dgm:pt modelId="{F4FF64F6-1044-425B-915B-91581B888BBB}" type="pres">
      <dgm:prSet presAssocID="{7AD50089-7ED5-4B0D-8504-58445CE72447}" presName="boxAndChildren" presStyleCnt="0"/>
      <dgm:spPr/>
    </dgm:pt>
    <dgm:pt modelId="{F6F759F0-98E3-4F67-91CF-9A49DFE4D43E}" type="pres">
      <dgm:prSet presAssocID="{7AD50089-7ED5-4B0D-8504-58445CE72447}" presName="parentTextBox" presStyleLbl="node1" presStyleIdx="0" presStyleCnt="3"/>
      <dgm:spPr/>
    </dgm:pt>
    <dgm:pt modelId="{72357D0F-F9C4-45BA-9BF4-466E7BEB2609}" type="pres">
      <dgm:prSet presAssocID="{CBD4DBDA-5743-4386-8098-DD9D72EC8B1D}" presName="sp" presStyleCnt="0"/>
      <dgm:spPr/>
    </dgm:pt>
    <dgm:pt modelId="{B8C3B0C3-A213-4B16-AB78-B9A90558C1B1}" type="pres">
      <dgm:prSet presAssocID="{3E401458-1C2B-4CC1-A79C-763AD8311B27}" presName="arrowAndChildren" presStyleCnt="0"/>
      <dgm:spPr/>
    </dgm:pt>
    <dgm:pt modelId="{B7700009-EFA8-43B1-BF3E-FCDAE4F7A2F4}" type="pres">
      <dgm:prSet presAssocID="{3E401458-1C2B-4CC1-A79C-763AD8311B27}" presName="parentTextArrow" presStyleLbl="node1" presStyleIdx="1" presStyleCnt="3"/>
      <dgm:spPr/>
    </dgm:pt>
    <dgm:pt modelId="{C5E17D03-51CA-4D41-BAC0-A7E26425E00F}" type="pres">
      <dgm:prSet presAssocID="{9F407FF9-1903-4897-90DB-A4E566B28AD1}" presName="sp" presStyleCnt="0"/>
      <dgm:spPr/>
    </dgm:pt>
    <dgm:pt modelId="{6D1B57CA-1BCE-4D26-971B-2382E2AD2FE7}" type="pres">
      <dgm:prSet presAssocID="{94458775-D4FF-4675-88CE-A11730A5A127}" presName="arrowAndChildren" presStyleCnt="0"/>
      <dgm:spPr/>
    </dgm:pt>
    <dgm:pt modelId="{2F79BABF-5852-4E84-B0E2-C64260B4A417}" type="pres">
      <dgm:prSet presAssocID="{94458775-D4FF-4675-88CE-A11730A5A127}" presName="parentTextArrow" presStyleLbl="node1" presStyleIdx="2" presStyleCnt="3"/>
      <dgm:spPr/>
    </dgm:pt>
  </dgm:ptLst>
  <dgm:cxnLst>
    <dgm:cxn modelId="{1AB7F91E-D0A5-4E45-88D0-C1AA9819AB4A}" type="presOf" srcId="{94458775-D4FF-4675-88CE-A11730A5A127}" destId="{2F79BABF-5852-4E84-B0E2-C64260B4A417}" srcOrd="0" destOrd="0" presId="urn:microsoft.com/office/officeart/2005/8/layout/process4"/>
    <dgm:cxn modelId="{7CEE197F-CADB-4945-921F-79A5EE57565D}" srcId="{E58C5EA6-3F95-4174-895E-19FF4554F4EB}" destId="{94458775-D4FF-4675-88CE-A11730A5A127}" srcOrd="0" destOrd="0" parTransId="{2454E88E-BF47-4953-A7A3-A503C9370C50}" sibTransId="{9F407FF9-1903-4897-90DB-A4E566B28AD1}"/>
    <dgm:cxn modelId="{3296B0BF-C19C-44D1-B6CA-EF9867D7E142}" type="presOf" srcId="{7AD50089-7ED5-4B0D-8504-58445CE72447}" destId="{F6F759F0-98E3-4F67-91CF-9A49DFE4D43E}" srcOrd="0" destOrd="0" presId="urn:microsoft.com/office/officeart/2005/8/layout/process4"/>
    <dgm:cxn modelId="{512DA3C1-4599-47AF-BDCF-91213C970C94}" srcId="{E58C5EA6-3F95-4174-895E-19FF4554F4EB}" destId="{3E401458-1C2B-4CC1-A79C-763AD8311B27}" srcOrd="1" destOrd="0" parTransId="{C131D257-CBB3-4B4E-834F-27CEE626D74A}" sibTransId="{CBD4DBDA-5743-4386-8098-DD9D72EC8B1D}"/>
    <dgm:cxn modelId="{547560D1-B091-4071-A23C-91388BA2E040}" type="presOf" srcId="{3E401458-1C2B-4CC1-A79C-763AD8311B27}" destId="{B7700009-EFA8-43B1-BF3E-FCDAE4F7A2F4}" srcOrd="0" destOrd="0" presId="urn:microsoft.com/office/officeart/2005/8/layout/process4"/>
    <dgm:cxn modelId="{40E5E3D6-B4E7-43AA-90A2-4073E67903D5}" type="presOf" srcId="{E58C5EA6-3F95-4174-895E-19FF4554F4EB}" destId="{17E60517-8E56-49C9-AEFA-9BDE7CC63AAE}" srcOrd="0" destOrd="0" presId="urn:microsoft.com/office/officeart/2005/8/layout/process4"/>
    <dgm:cxn modelId="{82418CE3-54ED-49AB-A2D1-0187F8C58FEF}" srcId="{E58C5EA6-3F95-4174-895E-19FF4554F4EB}" destId="{7AD50089-7ED5-4B0D-8504-58445CE72447}" srcOrd="2" destOrd="0" parTransId="{211D9D97-E08F-4040-AFAF-0D898C432256}" sibTransId="{E4B535F6-58B3-44B2-BE11-F0D74D8C4643}"/>
    <dgm:cxn modelId="{20047AC6-F853-4850-A7AB-2F002E38EA40}" type="presParOf" srcId="{17E60517-8E56-49C9-AEFA-9BDE7CC63AAE}" destId="{F4FF64F6-1044-425B-915B-91581B888BBB}" srcOrd="0" destOrd="0" presId="urn:microsoft.com/office/officeart/2005/8/layout/process4"/>
    <dgm:cxn modelId="{5EB7CB2E-F9D5-4FCE-B6B5-53FED9375B6D}" type="presParOf" srcId="{F4FF64F6-1044-425B-915B-91581B888BBB}" destId="{F6F759F0-98E3-4F67-91CF-9A49DFE4D43E}" srcOrd="0" destOrd="0" presId="urn:microsoft.com/office/officeart/2005/8/layout/process4"/>
    <dgm:cxn modelId="{D7935B6F-C416-493B-BE33-E5B8162EC2BA}" type="presParOf" srcId="{17E60517-8E56-49C9-AEFA-9BDE7CC63AAE}" destId="{72357D0F-F9C4-45BA-9BF4-466E7BEB2609}" srcOrd="1" destOrd="0" presId="urn:microsoft.com/office/officeart/2005/8/layout/process4"/>
    <dgm:cxn modelId="{B7311F2C-8BA5-450C-B759-462A48FAB987}" type="presParOf" srcId="{17E60517-8E56-49C9-AEFA-9BDE7CC63AAE}" destId="{B8C3B0C3-A213-4B16-AB78-B9A90558C1B1}" srcOrd="2" destOrd="0" presId="urn:microsoft.com/office/officeart/2005/8/layout/process4"/>
    <dgm:cxn modelId="{795AA09C-C67F-4AA1-86F7-53A0C343A65E}" type="presParOf" srcId="{B8C3B0C3-A213-4B16-AB78-B9A90558C1B1}" destId="{B7700009-EFA8-43B1-BF3E-FCDAE4F7A2F4}" srcOrd="0" destOrd="0" presId="urn:microsoft.com/office/officeart/2005/8/layout/process4"/>
    <dgm:cxn modelId="{8F3B4247-5F28-45F4-9A69-08F17E4B0DCF}" type="presParOf" srcId="{17E60517-8E56-49C9-AEFA-9BDE7CC63AAE}" destId="{C5E17D03-51CA-4D41-BAC0-A7E26425E00F}" srcOrd="3" destOrd="0" presId="urn:microsoft.com/office/officeart/2005/8/layout/process4"/>
    <dgm:cxn modelId="{49D59B12-5D63-436A-A54B-83578B2178B4}" type="presParOf" srcId="{17E60517-8E56-49C9-AEFA-9BDE7CC63AAE}" destId="{6D1B57CA-1BCE-4D26-971B-2382E2AD2FE7}" srcOrd="4" destOrd="0" presId="urn:microsoft.com/office/officeart/2005/8/layout/process4"/>
    <dgm:cxn modelId="{AF7D5CC5-FA1A-4B11-994F-38BB25AB3ABC}" type="presParOf" srcId="{6D1B57CA-1BCE-4D26-971B-2382E2AD2FE7}" destId="{2F79BABF-5852-4E84-B0E2-C64260B4A417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F3C6644-B1C3-4F9B-BD71-197A5A3C6556}" type="doc">
      <dgm:prSet loTypeId="urn:microsoft.com/office/officeart/2005/8/layout/lProcess3" loCatId="process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F3398EE-A244-4E8C-B159-F3F8417F999E}">
      <dgm:prSet/>
      <dgm:spPr/>
      <dgm:t>
        <a:bodyPr/>
        <a:lstStyle/>
        <a:p>
          <a:r>
            <a:rPr lang="en-US"/>
            <a:t>Connect one end of a 10k resistor to the base of the Transistor.</a:t>
          </a:r>
        </a:p>
      </dgm:t>
    </dgm:pt>
    <dgm:pt modelId="{BCE63A4B-0339-427A-81D6-FD6215BBD99B}" cxnId="{E3B44C37-2D56-4B04-A308-B8C0E3AA8407}" type="parTrans">
      <dgm:prSet/>
      <dgm:spPr/>
      <dgm:t>
        <a:bodyPr/>
        <a:lstStyle/>
        <a:p>
          <a:endParaRPr lang="en-US"/>
        </a:p>
      </dgm:t>
    </dgm:pt>
    <dgm:pt modelId="{02109B67-4864-4B22-9645-F4C93B11D95A}" cxnId="{E3B44C37-2D56-4B04-A308-B8C0E3AA8407}" type="sibTrans">
      <dgm:prSet phldrT="1"/>
      <dgm:spPr/>
      <dgm:t>
        <a:bodyPr/>
        <a:lstStyle/>
        <a:p>
          <a:endParaRPr lang="en-US"/>
        </a:p>
      </dgm:t>
    </dgm:pt>
    <dgm:pt modelId="{A9FF06C4-752F-4088-BDA2-8ED1B1835866}">
      <dgm:prSet/>
      <dgm:spPr/>
      <dgm:t>
        <a:bodyPr/>
        <a:lstStyle/>
        <a:p>
          <a:r>
            <a:rPr lang="en-US"/>
            <a:t>Connect the other end of the same resistor to the Collector of the Transistor.</a:t>
          </a:r>
        </a:p>
      </dgm:t>
    </dgm:pt>
    <dgm:pt modelId="{50B4D0D1-4D62-42AD-BB20-F62CE2DF0005}" cxnId="{1E9D97D8-E051-47BD-9E44-37FCA84A397B}" type="parTrans">
      <dgm:prSet/>
      <dgm:spPr/>
      <dgm:t>
        <a:bodyPr/>
        <a:lstStyle/>
        <a:p>
          <a:endParaRPr lang="en-US"/>
        </a:p>
      </dgm:t>
    </dgm:pt>
    <dgm:pt modelId="{7C65E63E-9BB5-4C2B-B802-9979F19C2C36}" cxnId="{1E9D97D8-E051-47BD-9E44-37FCA84A397B}" type="sibTrans">
      <dgm:prSet phldrT="2"/>
      <dgm:spPr/>
      <dgm:t>
        <a:bodyPr/>
        <a:lstStyle/>
        <a:p>
          <a:endParaRPr lang="en-US"/>
        </a:p>
      </dgm:t>
    </dgm:pt>
    <dgm:pt modelId="{5D3899B6-26E1-48CC-A204-E21BBD594F26}">
      <dgm:prSet/>
      <dgm:spPr/>
      <dgm:t>
        <a:bodyPr/>
        <a:lstStyle/>
        <a:p>
          <a:r>
            <a:rPr lang="en-US"/>
            <a:t>Repeat for the second 10k resistor.</a:t>
          </a:r>
        </a:p>
      </dgm:t>
    </dgm:pt>
    <dgm:pt modelId="{27FD4D39-077A-44F4-ADF5-DB1F9733CAFE}" cxnId="{999208C9-0193-4297-A3F3-9E18CCA9F52F}" type="parTrans">
      <dgm:prSet/>
      <dgm:spPr/>
      <dgm:t>
        <a:bodyPr/>
        <a:lstStyle/>
        <a:p>
          <a:endParaRPr lang="en-US"/>
        </a:p>
      </dgm:t>
    </dgm:pt>
    <dgm:pt modelId="{9946F626-FC39-47E3-BCA0-EA82E551C331}" cxnId="{999208C9-0193-4297-A3F3-9E18CCA9F52F}" type="sibTrans">
      <dgm:prSet phldrT="3"/>
      <dgm:spPr/>
      <dgm:t>
        <a:bodyPr/>
        <a:lstStyle/>
        <a:p>
          <a:endParaRPr lang="en-US"/>
        </a:p>
      </dgm:t>
    </dgm:pt>
    <dgm:pt modelId="{E9C0CAEC-EA67-4948-99C0-FBD43E205A72}" type="pres">
      <dgm:prSet presAssocID="{2F3C6644-B1C3-4F9B-BD71-197A5A3C6556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9D96DA5E-88BA-4AF3-A8AD-1D388514C7A6}" type="pres">
      <dgm:prSet presAssocID="{9F3398EE-A244-4E8C-B159-F3F8417F999E}" presName="horFlow" presStyleCnt="0"/>
      <dgm:spPr/>
    </dgm:pt>
    <dgm:pt modelId="{4C0EB96D-2D3F-4D51-A271-79FCAFD25B1B}" type="pres">
      <dgm:prSet presAssocID="{9F3398EE-A244-4E8C-B159-F3F8417F999E}" presName="bigChev" presStyleLbl="node1" presStyleIdx="0" presStyleCnt="3"/>
      <dgm:spPr/>
    </dgm:pt>
    <dgm:pt modelId="{C61A2019-19F9-460B-8550-3B5F86822B74}" type="pres">
      <dgm:prSet presAssocID="{9F3398EE-A244-4E8C-B159-F3F8417F999E}" presName="vSp" presStyleCnt="0"/>
      <dgm:spPr/>
    </dgm:pt>
    <dgm:pt modelId="{FAF12F40-EE12-491B-B977-C2142B4BDC53}" type="pres">
      <dgm:prSet presAssocID="{A9FF06C4-752F-4088-BDA2-8ED1B1835866}" presName="horFlow" presStyleCnt="0"/>
      <dgm:spPr/>
    </dgm:pt>
    <dgm:pt modelId="{745B36ED-C7FE-4510-9097-D90460D8BB63}" type="pres">
      <dgm:prSet presAssocID="{A9FF06C4-752F-4088-BDA2-8ED1B1835866}" presName="bigChev" presStyleLbl="node1" presStyleIdx="1" presStyleCnt="3"/>
      <dgm:spPr/>
    </dgm:pt>
    <dgm:pt modelId="{2BBB3455-3A6F-4530-B61A-101B83C4FDC4}" type="pres">
      <dgm:prSet presAssocID="{A9FF06C4-752F-4088-BDA2-8ED1B1835866}" presName="vSp" presStyleCnt="0"/>
      <dgm:spPr/>
    </dgm:pt>
    <dgm:pt modelId="{3D1FE9F5-20C5-49A9-89C3-9561DB692DAE}" type="pres">
      <dgm:prSet presAssocID="{5D3899B6-26E1-48CC-A204-E21BBD594F26}" presName="horFlow" presStyleCnt="0"/>
      <dgm:spPr/>
    </dgm:pt>
    <dgm:pt modelId="{C9174456-C8A0-4C72-978E-64A7848D0482}" type="pres">
      <dgm:prSet presAssocID="{5D3899B6-26E1-48CC-A204-E21BBD594F26}" presName="bigChev" presStyleLbl="node1" presStyleIdx="2" presStyleCnt="3"/>
      <dgm:spPr/>
    </dgm:pt>
  </dgm:ptLst>
  <dgm:cxnLst>
    <dgm:cxn modelId="{E3B44C37-2D56-4B04-A308-B8C0E3AA8407}" srcId="{2F3C6644-B1C3-4F9B-BD71-197A5A3C6556}" destId="{9F3398EE-A244-4E8C-B159-F3F8417F999E}" srcOrd="0" destOrd="0" parTransId="{BCE63A4B-0339-427A-81D6-FD6215BBD99B}" sibTransId="{02109B67-4864-4B22-9645-F4C93B11D95A}"/>
    <dgm:cxn modelId="{83D1D480-B6BB-4648-885C-A968B6AAEC9D}" type="presOf" srcId="{A9FF06C4-752F-4088-BDA2-8ED1B1835866}" destId="{745B36ED-C7FE-4510-9097-D90460D8BB63}" srcOrd="0" destOrd="0" presId="urn:microsoft.com/office/officeart/2005/8/layout/lProcess3"/>
    <dgm:cxn modelId="{CFC95694-416A-4253-B706-0BC7B2471459}" type="presOf" srcId="{2F3C6644-B1C3-4F9B-BD71-197A5A3C6556}" destId="{E9C0CAEC-EA67-4948-99C0-FBD43E205A72}" srcOrd="0" destOrd="0" presId="urn:microsoft.com/office/officeart/2005/8/layout/lProcess3"/>
    <dgm:cxn modelId="{190959A0-3BE0-4FA6-BB44-315523796582}" type="presOf" srcId="{5D3899B6-26E1-48CC-A204-E21BBD594F26}" destId="{C9174456-C8A0-4C72-978E-64A7848D0482}" srcOrd="0" destOrd="0" presId="urn:microsoft.com/office/officeart/2005/8/layout/lProcess3"/>
    <dgm:cxn modelId="{999208C9-0193-4297-A3F3-9E18CCA9F52F}" srcId="{2F3C6644-B1C3-4F9B-BD71-197A5A3C6556}" destId="{5D3899B6-26E1-48CC-A204-E21BBD594F26}" srcOrd="2" destOrd="0" parTransId="{27FD4D39-077A-44F4-ADF5-DB1F9733CAFE}" sibTransId="{9946F626-FC39-47E3-BCA0-EA82E551C331}"/>
    <dgm:cxn modelId="{E1F245D4-E592-4FBB-B534-30F16DB83098}" type="presOf" srcId="{9F3398EE-A244-4E8C-B159-F3F8417F999E}" destId="{4C0EB96D-2D3F-4D51-A271-79FCAFD25B1B}" srcOrd="0" destOrd="0" presId="urn:microsoft.com/office/officeart/2005/8/layout/lProcess3"/>
    <dgm:cxn modelId="{1E9D97D8-E051-47BD-9E44-37FCA84A397B}" srcId="{2F3C6644-B1C3-4F9B-BD71-197A5A3C6556}" destId="{A9FF06C4-752F-4088-BDA2-8ED1B1835866}" srcOrd="1" destOrd="0" parTransId="{50B4D0D1-4D62-42AD-BB20-F62CE2DF0005}" sibTransId="{7C65E63E-9BB5-4C2B-B802-9979F19C2C36}"/>
    <dgm:cxn modelId="{BD62F60D-E505-4CF2-8C13-BAB216CF31F1}" type="presParOf" srcId="{E9C0CAEC-EA67-4948-99C0-FBD43E205A72}" destId="{9D96DA5E-88BA-4AF3-A8AD-1D388514C7A6}" srcOrd="0" destOrd="0" presId="urn:microsoft.com/office/officeart/2005/8/layout/lProcess3"/>
    <dgm:cxn modelId="{4EC2E28B-9280-4A19-BE65-02361F264093}" type="presParOf" srcId="{9D96DA5E-88BA-4AF3-A8AD-1D388514C7A6}" destId="{4C0EB96D-2D3F-4D51-A271-79FCAFD25B1B}" srcOrd="0" destOrd="0" presId="urn:microsoft.com/office/officeart/2005/8/layout/lProcess3"/>
    <dgm:cxn modelId="{CDA84A8F-16EE-48AE-A606-2F2135FD5A75}" type="presParOf" srcId="{E9C0CAEC-EA67-4948-99C0-FBD43E205A72}" destId="{C61A2019-19F9-460B-8550-3B5F86822B74}" srcOrd="1" destOrd="0" presId="urn:microsoft.com/office/officeart/2005/8/layout/lProcess3"/>
    <dgm:cxn modelId="{19309EA0-292F-4533-9180-5A6455FD6A5D}" type="presParOf" srcId="{E9C0CAEC-EA67-4948-99C0-FBD43E205A72}" destId="{FAF12F40-EE12-491B-B977-C2142B4BDC53}" srcOrd="2" destOrd="0" presId="urn:microsoft.com/office/officeart/2005/8/layout/lProcess3"/>
    <dgm:cxn modelId="{F01A14E8-1E5F-419C-B59D-A9C9A454BE29}" type="presParOf" srcId="{FAF12F40-EE12-491B-B977-C2142B4BDC53}" destId="{745B36ED-C7FE-4510-9097-D90460D8BB63}" srcOrd="0" destOrd="0" presId="urn:microsoft.com/office/officeart/2005/8/layout/lProcess3"/>
    <dgm:cxn modelId="{58A2B007-3BB1-4AAD-8E8F-61144B2946D2}" type="presParOf" srcId="{E9C0CAEC-EA67-4948-99C0-FBD43E205A72}" destId="{2BBB3455-3A6F-4530-B61A-101B83C4FDC4}" srcOrd="3" destOrd="0" presId="urn:microsoft.com/office/officeart/2005/8/layout/lProcess3"/>
    <dgm:cxn modelId="{474907DC-E9E6-42B5-BDE4-6F823C827357}" type="presParOf" srcId="{E9C0CAEC-EA67-4948-99C0-FBD43E205A72}" destId="{3D1FE9F5-20C5-49A9-89C3-9561DB692DAE}" srcOrd="4" destOrd="0" presId="urn:microsoft.com/office/officeart/2005/8/layout/lProcess3"/>
    <dgm:cxn modelId="{3E99D9E4-10DA-44A6-8006-8E74BDAAEAF7}" type="presParOf" srcId="{3D1FE9F5-20C5-49A9-89C3-9561DB692DAE}" destId="{C9174456-C8A0-4C72-978E-64A7848D0482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5EDF98B-0E2A-4709-8839-263478326FE5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978AB75-1676-4F64-B4FA-F3A4CF0EB18E}">
      <dgm:prSet/>
      <dgm:spPr/>
      <dgm:t>
        <a:bodyPr/>
        <a:lstStyle/>
        <a:p>
          <a:r>
            <a:rPr lang="en-US" dirty="0"/>
            <a:t>Building a simple transistor audio amplifier provides a hands-on exploration of electronic components and their interactions. Through this project, we have connected resistors, capacitors, audio jacks, and speakers to create a basic amplifier circuit.</a:t>
          </a:r>
        </a:p>
      </dgm:t>
    </dgm:pt>
    <dgm:pt modelId="{0C08A891-5414-49DD-AE5E-E5E5A7150870}" cxnId="{51C98D70-74BD-4120-9DAD-58AF69F3EEE4}" type="parTrans">
      <dgm:prSet/>
      <dgm:spPr/>
      <dgm:t>
        <a:bodyPr/>
        <a:lstStyle/>
        <a:p>
          <a:endParaRPr lang="en-US"/>
        </a:p>
      </dgm:t>
    </dgm:pt>
    <dgm:pt modelId="{E9ED5218-FCAA-425F-8A08-65E5DC78CDED}" cxnId="{51C98D70-74BD-4120-9DAD-58AF69F3EEE4}" type="sibTrans">
      <dgm:prSet/>
      <dgm:spPr/>
      <dgm:t>
        <a:bodyPr/>
        <a:lstStyle/>
        <a:p>
          <a:endParaRPr lang="en-US"/>
        </a:p>
      </dgm:t>
    </dgm:pt>
    <dgm:pt modelId="{86DC82EF-8FC6-483B-AA3B-3F8E3C641B6C}">
      <dgm:prSet/>
      <dgm:spPr/>
      <dgm:t>
        <a:bodyPr/>
        <a:lstStyle/>
        <a:p>
          <a:pPr rtl="0"/>
          <a:r>
            <a:rPr lang="en-US" dirty="0">
              <a:latin typeface="Posterama"/>
            </a:rPr>
            <a:t>- </a:t>
          </a:r>
          <a:r>
            <a:rPr lang="en-US" dirty="0"/>
            <a:t>We've gained practical insights into transistor applications.</a:t>
          </a:r>
        </a:p>
      </dgm:t>
    </dgm:pt>
    <dgm:pt modelId="{D56F286F-3A0D-4B58-9FA6-F815ECBD36A3}" cxnId="{7A9C194A-DF54-4FD5-8382-873B281409C7}" type="parTrans">
      <dgm:prSet/>
      <dgm:spPr/>
      <dgm:t>
        <a:bodyPr/>
        <a:lstStyle/>
        <a:p>
          <a:endParaRPr lang="en-US"/>
        </a:p>
      </dgm:t>
    </dgm:pt>
    <dgm:pt modelId="{1C9E8BD4-499A-4126-939B-9ABCC17130BC}" cxnId="{7A9C194A-DF54-4FD5-8382-873B281409C7}" type="sibTrans">
      <dgm:prSet/>
      <dgm:spPr/>
      <dgm:t>
        <a:bodyPr/>
        <a:lstStyle/>
        <a:p>
          <a:endParaRPr lang="en-US"/>
        </a:p>
      </dgm:t>
    </dgm:pt>
    <dgm:pt modelId="{1EBD44FE-918F-4BE2-9AD5-B87B0CF52497}">
      <dgm:prSet/>
      <dgm:spPr/>
      <dgm:t>
        <a:bodyPr/>
        <a:lstStyle/>
        <a:p>
          <a:pPr rtl="0"/>
          <a:r>
            <a:rPr lang="en-US" dirty="0">
              <a:latin typeface="Posterama"/>
            </a:rPr>
            <a:t>- </a:t>
          </a:r>
          <a:r>
            <a:rPr lang="en-US" dirty="0"/>
            <a:t>Connecting components in a specific arrangement amplifies audio signals.</a:t>
          </a:r>
        </a:p>
      </dgm:t>
    </dgm:pt>
    <dgm:pt modelId="{0CB1365E-7FD9-43B1-9E7D-85F492B36871}" cxnId="{FC02D1FC-1151-492C-90D9-82AAA2FDC97F}" type="parTrans">
      <dgm:prSet/>
      <dgm:spPr/>
      <dgm:t>
        <a:bodyPr/>
        <a:lstStyle/>
        <a:p>
          <a:endParaRPr lang="en-US"/>
        </a:p>
      </dgm:t>
    </dgm:pt>
    <dgm:pt modelId="{EE1E0A01-1A94-4BD5-B547-AB16879DE35F}" cxnId="{FC02D1FC-1151-492C-90D9-82AAA2FDC97F}" type="sibTrans">
      <dgm:prSet/>
      <dgm:spPr/>
      <dgm:t>
        <a:bodyPr/>
        <a:lstStyle/>
        <a:p>
          <a:endParaRPr lang="en-US"/>
        </a:p>
      </dgm:t>
    </dgm:pt>
    <dgm:pt modelId="{C79022CF-9FB9-42C2-8527-6A109A6A2B60}">
      <dgm:prSet/>
      <dgm:spPr/>
      <dgm:t>
        <a:bodyPr/>
        <a:lstStyle/>
        <a:p>
          <a:r>
            <a:rPr lang="en-US" dirty="0"/>
            <a:t>Thank you for your attention and participation in this journey into the world of audio amplification!</a:t>
          </a:r>
        </a:p>
      </dgm:t>
    </dgm:pt>
    <dgm:pt modelId="{D184062A-7030-4865-9E97-5E50D26A7EEA}" cxnId="{3418A86E-9D22-4830-BD31-2CC3E35B5011}" type="parTrans">
      <dgm:prSet/>
      <dgm:spPr/>
      <dgm:t>
        <a:bodyPr/>
        <a:lstStyle/>
        <a:p>
          <a:endParaRPr lang="en-US"/>
        </a:p>
      </dgm:t>
    </dgm:pt>
    <dgm:pt modelId="{5022DE8F-2C37-49DA-AF94-A5949945430A}" cxnId="{3418A86E-9D22-4830-BD31-2CC3E35B5011}" type="sibTrans">
      <dgm:prSet/>
      <dgm:spPr/>
      <dgm:t>
        <a:bodyPr/>
        <a:lstStyle/>
        <a:p>
          <a:endParaRPr lang="en-US"/>
        </a:p>
      </dgm:t>
    </dgm:pt>
    <dgm:pt modelId="{496EA801-31BF-4A33-92D5-F6B52A9F4FC4}" type="pres">
      <dgm:prSet presAssocID="{75EDF98B-0E2A-4709-8839-263478326FE5}" presName="linear" presStyleCnt="0">
        <dgm:presLayoutVars>
          <dgm:animLvl val="lvl"/>
          <dgm:resizeHandles val="exact"/>
        </dgm:presLayoutVars>
      </dgm:prSet>
      <dgm:spPr/>
    </dgm:pt>
    <dgm:pt modelId="{92F615DF-FC85-4E14-810B-82E643CDB341}" type="pres">
      <dgm:prSet presAssocID="{1978AB75-1676-4F64-B4FA-F3A4CF0EB18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CD1F94C-AB58-4E5E-B242-F4B8B69C039F}" type="pres">
      <dgm:prSet presAssocID="{E9ED5218-FCAA-425F-8A08-65E5DC78CDED}" presName="spacer" presStyleCnt="0"/>
      <dgm:spPr/>
    </dgm:pt>
    <dgm:pt modelId="{5FF8AA6E-89DE-4B9F-9A8B-42D7A9EA52B0}" type="pres">
      <dgm:prSet presAssocID="{86DC82EF-8FC6-483B-AA3B-3F8E3C641B6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B0A7509-79BB-4532-B0F1-C514CA3CB1F2}" type="pres">
      <dgm:prSet presAssocID="{1C9E8BD4-499A-4126-939B-9ABCC17130BC}" presName="spacer" presStyleCnt="0"/>
      <dgm:spPr/>
    </dgm:pt>
    <dgm:pt modelId="{FC808720-F370-49CF-B95E-110570E9F2A5}" type="pres">
      <dgm:prSet presAssocID="{1EBD44FE-918F-4BE2-9AD5-B87B0CF5249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2762123-7A6A-4FEC-A34D-BEF39A0ECDAD}" type="pres">
      <dgm:prSet presAssocID="{EE1E0A01-1A94-4BD5-B547-AB16879DE35F}" presName="spacer" presStyleCnt="0"/>
      <dgm:spPr/>
    </dgm:pt>
    <dgm:pt modelId="{B9DA2797-7143-4E2E-BC6B-C21E6F3B1A09}" type="pres">
      <dgm:prSet presAssocID="{C79022CF-9FB9-42C2-8527-6A109A6A2B6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1C98D70-74BD-4120-9DAD-58AF69F3EEE4}" srcId="{75EDF98B-0E2A-4709-8839-263478326FE5}" destId="{1978AB75-1676-4F64-B4FA-F3A4CF0EB18E}" srcOrd="0" destOrd="0" parTransId="{0C08A891-5414-49DD-AE5E-E5E5A7150870}" sibTransId="{E9ED5218-FCAA-425F-8A08-65E5DC78CDED}"/>
    <dgm:cxn modelId="{7A9C194A-DF54-4FD5-8382-873B281409C7}" srcId="{75EDF98B-0E2A-4709-8839-263478326FE5}" destId="{86DC82EF-8FC6-483B-AA3B-3F8E3C641B6C}" srcOrd="1" destOrd="0" parTransId="{D56F286F-3A0D-4B58-9FA6-F815ECBD36A3}" sibTransId="{1C9E8BD4-499A-4126-939B-9ABCC17130BC}"/>
    <dgm:cxn modelId="{FC02D1FC-1151-492C-90D9-82AAA2FDC97F}" srcId="{75EDF98B-0E2A-4709-8839-263478326FE5}" destId="{1EBD44FE-918F-4BE2-9AD5-B87B0CF52497}" srcOrd="2" destOrd="0" parTransId="{0CB1365E-7FD9-43B1-9E7D-85F492B36871}" sibTransId="{EE1E0A01-1A94-4BD5-B547-AB16879DE35F}"/>
    <dgm:cxn modelId="{3418A86E-9D22-4830-BD31-2CC3E35B5011}" srcId="{75EDF98B-0E2A-4709-8839-263478326FE5}" destId="{C79022CF-9FB9-42C2-8527-6A109A6A2B60}" srcOrd="3" destOrd="0" parTransId="{D184062A-7030-4865-9E97-5E50D26A7EEA}" sibTransId="{5022DE8F-2C37-49DA-AF94-A5949945430A}"/>
    <dgm:cxn modelId="{2E2AA2C2-72D1-4CCC-B0CE-9725EDE90FDF}" type="presOf" srcId="{75EDF98B-0E2A-4709-8839-263478326FE5}" destId="{496EA801-31BF-4A33-92D5-F6B52A9F4FC4}" srcOrd="0" destOrd="0" presId="urn:microsoft.com/office/officeart/2005/8/layout/vList2"/>
    <dgm:cxn modelId="{ADA2E08E-63A2-4DC3-9540-ABA78D9DAEF7}" type="presParOf" srcId="{496EA801-31BF-4A33-92D5-F6B52A9F4FC4}" destId="{92F615DF-FC85-4E14-810B-82E643CDB341}" srcOrd="0" destOrd="0" presId="urn:microsoft.com/office/officeart/2005/8/layout/vList2"/>
    <dgm:cxn modelId="{65EDE00A-F4AD-4081-B603-B58FB90D9409}" type="presOf" srcId="{1978AB75-1676-4F64-B4FA-F3A4CF0EB18E}" destId="{92F615DF-FC85-4E14-810B-82E643CDB341}" srcOrd="0" destOrd="0" presId="urn:microsoft.com/office/officeart/2005/8/layout/vList2"/>
    <dgm:cxn modelId="{8A77D81C-02AB-47C0-A95D-124064E90997}" type="presParOf" srcId="{496EA801-31BF-4A33-92D5-F6B52A9F4FC4}" destId="{9CD1F94C-AB58-4E5E-B242-F4B8B69C039F}" srcOrd="1" destOrd="0" presId="urn:microsoft.com/office/officeart/2005/8/layout/vList2"/>
    <dgm:cxn modelId="{1DD6C2F1-16A2-49B3-A7D0-96012E8997D9}" type="presParOf" srcId="{496EA801-31BF-4A33-92D5-F6B52A9F4FC4}" destId="{5FF8AA6E-89DE-4B9F-9A8B-42D7A9EA52B0}" srcOrd="2" destOrd="0" presId="urn:microsoft.com/office/officeart/2005/8/layout/vList2"/>
    <dgm:cxn modelId="{CEA622D4-5E20-4929-B755-5F1922EA9CEA}" type="presOf" srcId="{86DC82EF-8FC6-483B-AA3B-3F8E3C641B6C}" destId="{5FF8AA6E-89DE-4B9F-9A8B-42D7A9EA52B0}" srcOrd="0" destOrd="0" presId="urn:microsoft.com/office/officeart/2005/8/layout/vList2"/>
    <dgm:cxn modelId="{81F322BC-C5D1-4573-A635-086295D81BC2}" type="presParOf" srcId="{496EA801-31BF-4A33-92D5-F6B52A9F4FC4}" destId="{AB0A7509-79BB-4532-B0F1-C514CA3CB1F2}" srcOrd="3" destOrd="0" presId="urn:microsoft.com/office/officeart/2005/8/layout/vList2"/>
    <dgm:cxn modelId="{B3331F8C-71CB-4903-ABA1-0FDCAADB929F}" type="presParOf" srcId="{496EA801-31BF-4A33-92D5-F6B52A9F4FC4}" destId="{FC808720-F370-49CF-B95E-110570E9F2A5}" srcOrd="4" destOrd="0" presId="urn:microsoft.com/office/officeart/2005/8/layout/vList2"/>
    <dgm:cxn modelId="{54E375BF-FBF2-4206-9DB0-DBC67DC4766D}" type="presOf" srcId="{1EBD44FE-918F-4BE2-9AD5-B87B0CF52497}" destId="{FC808720-F370-49CF-B95E-110570E9F2A5}" srcOrd="0" destOrd="0" presId="urn:microsoft.com/office/officeart/2005/8/layout/vList2"/>
    <dgm:cxn modelId="{AC322D54-4ACA-41B9-B0E2-B9A4A39E1A31}" type="presParOf" srcId="{496EA801-31BF-4A33-92D5-F6B52A9F4FC4}" destId="{32762123-7A6A-4FEC-A34D-BEF39A0ECDAD}" srcOrd="5" destOrd="0" presId="urn:microsoft.com/office/officeart/2005/8/layout/vList2"/>
    <dgm:cxn modelId="{146C447A-E362-44AE-BC4B-89D4EE207008}" type="presParOf" srcId="{496EA801-31BF-4A33-92D5-F6B52A9F4FC4}" destId="{B9DA2797-7143-4E2E-BC6B-C21E6F3B1A09}" srcOrd="6" destOrd="0" presId="urn:microsoft.com/office/officeart/2005/8/layout/vList2"/>
    <dgm:cxn modelId="{2A8E62ED-B8DF-48B9-8A5D-F1C07233068D}" type="presOf" srcId="{C79022CF-9FB9-42C2-8527-6A109A6A2B60}" destId="{B9DA2797-7143-4E2E-BC6B-C21E6F3B1A0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6831118" cy="6059901"/>
        <a:chOff x="0" y="0"/>
        <a:chExt cx="6831118" cy="6059901"/>
      </a:xfrm>
    </dsp:grpSpPr>
    <dsp:sp modelId="{FC5AA0E7-4C54-454A-B91F-DD2C2771F3A8}">
      <dsp:nvSpPr>
        <dsp:cNvPr id="3" name="Rounded Rectangle 2"/>
        <dsp:cNvSpPr/>
      </dsp:nvSpPr>
      <dsp:spPr bwMode="white">
        <a:xfrm>
          <a:off x="2185958" y="0"/>
          <a:ext cx="2459202" cy="725737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4769" tIns="32384" rIns="64769" bIns="32384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Shimanta Shaha</a:t>
          </a:r>
          <a:endParaRPr lang="en-US"/>
        </a:p>
      </dsp:txBody>
      <dsp:txXfrm>
        <a:off x="2185958" y="0"/>
        <a:ext cx="2459202" cy="725737"/>
      </dsp:txXfrm>
    </dsp:sp>
    <dsp:sp modelId="{7865601F-B88E-413E-B43D-202491A35306}">
      <dsp:nvSpPr>
        <dsp:cNvPr id="4" name="Rounded Rectangle 3"/>
        <dsp:cNvSpPr/>
      </dsp:nvSpPr>
      <dsp:spPr bwMode="white">
        <a:xfrm>
          <a:off x="2185958" y="762023"/>
          <a:ext cx="2459202" cy="725737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-205714"/>
            <a:satOff val="0"/>
            <a:lumOff val="168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4769" tIns="32384" rIns="64769" bIns="32384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ID: 24-57227-2</a:t>
          </a:r>
        </a:p>
      </dsp:txBody>
      <dsp:txXfrm>
        <a:off x="2185958" y="762023"/>
        <a:ext cx="2459202" cy="725737"/>
      </dsp:txXfrm>
    </dsp:sp>
    <dsp:sp modelId="{3B5D0B7F-8AAD-49A3-AE48-ABD4ED1E9D48}">
      <dsp:nvSpPr>
        <dsp:cNvPr id="5" name="Rounded Rectangle 4"/>
        <dsp:cNvSpPr/>
      </dsp:nvSpPr>
      <dsp:spPr bwMode="white">
        <a:xfrm>
          <a:off x="2185958" y="1524047"/>
          <a:ext cx="2459202" cy="725737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-411428"/>
            <a:satOff val="0"/>
            <a:lumOff val="336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4769" tIns="32384" rIns="64769" bIns="32384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b="1"/>
            <a:t>Marzia Samira</a:t>
          </a:r>
          <a:endParaRPr lang="en-US"/>
        </a:p>
      </dsp:txBody>
      <dsp:txXfrm>
        <a:off x="2185958" y="1524047"/>
        <a:ext cx="2459202" cy="725737"/>
      </dsp:txXfrm>
    </dsp:sp>
    <dsp:sp modelId="{1D36E643-E021-4C33-8CFB-9CE0E3F4EEA2}">
      <dsp:nvSpPr>
        <dsp:cNvPr id="6" name="Rounded Rectangle 5"/>
        <dsp:cNvSpPr/>
      </dsp:nvSpPr>
      <dsp:spPr bwMode="white">
        <a:xfrm>
          <a:off x="2185958" y="2286070"/>
          <a:ext cx="2459202" cy="725737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-617142"/>
            <a:satOff val="0"/>
            <a:lumOff val="504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4769" tIns="32384" rIns="64769" bIns="32384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ID: 24-57252-2</a:t>
          </a:r>
        </a:p>
      </dsp:txBody>
      <dsp:txXfrm>
        <a:off x="2185958" y="2286070"/>
        <a:ext cx="2459202" cy="725737"/>
      </dsp:txXfrm>
    </dsp:sp>
    <dsp:sp modelId="{CF0D6C4E-F62A-437E-B65C-AEF581535096}">
      <dsp:nvSpPr>
        <dsp:cNvPr id="7" name="Rounded Rectangle 6"/>
        <dsp:cNvSpPr/>
      </dsp:nvSpPr>
      <dsp:spPr bwMode="white">
        <a:xfrm>
          <a:off x="2185958" y="3048094"/>
          <a:ext cx="2459202" cy="725737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-822857"/>
            <a:satOff val="0"/>
            <a:lumOff val="672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4769" tIns="32384" rIns="64769" bIns="32384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Rashidul Islam Rafy</a:t>
          </a:r>
          <a:endParaRPr lang="en-US"/>
        </a:p>
      </dsp:txBody>
      <dsp:txXfrm>
        <a:off x="2185958" y="3048094"/>
        <a:ext cx="2459202" cy="725737"/>
      </dsp:txXfrm>
    </dsp:sp>
    <dsp:sp modelId="{83D82352-3E2E-4FC6-854F-BC8DEF247442}">
      <dsp:nvSpPr>
        <dsp:cNvPr id="8" name="Rounded Rectangle 7"/>
        <dsp:cNvSpPr/>
      </dsp:nvSpPr>
      <dsp:spPr bwMode="white">
        <a:xfrm>
          <a:off x="2185958" y="3810117"/>
          <a:ext cx="2459202" cy="725737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-1028571"/>
            <a:satOff val="0"/>
            <a:lumOff val="84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4769" tIns="32384" rIns="64769" bIns="32384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ID: 24-57254-2</a:t>
          </a:r>
        </a:p>
      </dsp:txBody>
      <dsp:txXfrm>
        <a:off x="2185958" y="3810117"/>
        <a:ext cx="2459202" cy="725737"/>
      </dsp:txXfrm>
    </dsp:sp>
    <dsp:sp modelId="{5D6410D7-3B36-42C1-94A8-55C6ACCECEEA}">
      <dsp:nvSpPr>
        <dsp:cNvPr id="9" name="Rounded Rectangle 8"/>
        <dsp:cNvSpPr/>
      </dsp:nvSpPr>
      <dsp:spPr bwMode="white">
        <a:xfrm>
          <a:off x="2185958" y="4572141"/>
          <a:ext cx="2459202" cy="725737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-1234285"/>
            <a:satOff val="0"/>
            <a:lumOff val="1008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4769" tIns="32384" rIns="64769" bIns="32384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MD. Shafiqur Rahman</a:t>
          </a:r>
          <a:endParaRPr lang="en-US"/>
        </a:p>
      </dsp:txBody>
      <dsp:txXfrm>
        <a:off x="2185958" y="4572141"/>
        <a:ext cx="2459202" cy="725737"/>
      </dsp:txXfrm>
    </dsp:sp>
    <dsp:sp modelId="{5DBFCFB3-086A-4CCA-A8C4-A9B8557EAD01}">
      <dsp:nvSpPr>
        <dsp:cNvPr id="10" name="Rounded Rectangle 9"/>
        <dsp:cNvSpPr/>
      </dsp:nvSpPr>
      <dsp:spPr bwMode="white">
        <a:xfrm>
          <a:off x="2185958" y="5334164"/>
          <a:ext cx="2459202" cy="725737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2">
            <a:hueOff val="-1440000"/>
            <a:satOff val="0"/>
            <a:lumOff val="1176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4769" tIns="32384" rIns="64769" bIns="32384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ID: 24-57262-2</a:t>
          </a:r>
        </a:p>
      </dsp:txBody>
      <dsp:txXfrm>
        <a:off x="2185958" y="5334164"/>
        <a:ext cx="2459202" cy="7257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6831118" cy="6059901"/>
        <a:chOff x="0" y="0"/>
        <a:chExt cx="6831118" cy="6059901"/>
      </a:xfrm>
    </dsp:grpSpPr>
    <dsp:sp modelId="{F6F759F0-98E3-4F67-91CF-9A49DFE4D43E}">
      <dsp:nvSpPr>
        <dsp:cNvPr id="3" name="Rectangles 2"/>
        <dsp:cNvSpPr/>
      </dsp:nvSpPr>
      <dsp:spPr bwMode="white">
        <a:xfrm>
          <a:off x="0" y="4562150"/>
          <a:ext cx="6831118" cy="1497751"/>
        </a:xfrm>
        <a:prstGeom prst="rect">
          <a:avLst/>
        </a:prstGeom>
      </dsp:spPr>
      <dsp:style>
        <a:lnRef idx="2">
          <a:schemeClr val="lt2"/>
        </a:lnRef>
        <a:fillRef idx="1">
          <a:schemeClr val="dk2"/>
        </a:fillRef>
        <a:effectRef idx="0">
          <a:scrgbClr r="0" g="0" b="0"/>
        </a:effectRef>
        <a:fontRef idx="minor">
          <a:schemeClr val="lt1"/>
        </a:fontRef>
      </dsp:style>
      <dsp:txBody>
        <a:bodyPr lIns="163576" tIns="163576" rIns="163576" bIns="163576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Our goal is to build a Simple Basic Audio Amplifier, providing a hands-on experience and emphasizing the role of capacitors.</a:t>
          </a:r>
        </a:p>
      </dsp:txBody>
      <dsp:txXfrm>
        <a:off x="0" y="4562150"/>
        <a:ext cx="6831118" cy="1497751"/>
      </dsp:txXfrm>
    </dsp:sp>
    <dsp:sp modelId="{B7700009-EFA8-43B1-BF3E-FCDAE4F7A2F4}">
      <dsp:nvSpPr>
        <dsp:cNvPr id="4" name="Up Arrow Callout 3"/>
        <dsp:cNvSpPr/>
      </dsp:nvSpPr>
      <dsp:spPr bwMode="white">
        <a:xfrm rot="10800000">
          <a:off x="0" y="2281075"/>
          <a:ext cx="6831118" cy="2303541"/>
        </a:xfrm>
        <a:prstGeom prst="upArrowCallout">
          <a:avLst/>
        </a:prstGeom>
      </dsp:spPr>
      <dsp:style>
        <a:lnRef idx="2">
          <a:schemeClr val="lt2"/>
        </a:lnRef>
        <a:fillRef idx="1">
          <a:schemeClr val="dk2"/>
        </a:fillRef>
        <a:effectRef idx="0">
          <a:scrgbClr r="0" g="0" b="0"/>
        </a:effectRef>
        <a:fontRef idx="minor">
          <a:schemeClr val="lt1"/>
        </a:fontRef>
      </dsp:style>
      <dsp:txBody>
        <a:bodyPr rot="10800000" lIns="163576" tIns="163576" rIns="163576" bIns="163576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Today, we present a project that dives into the basics of audio amplifiers.</a:t>
          </a:r>
        </a:p>
      </dsp:txBody>
      <dsp:txXfrm rot="10800000">
        <a:off x="0" y="2281075"/>
        <a:ext cx="6831118" cy="2303541"/>
      </dsp:txXfrm>
    </dsp:sp>
    <dsp:sp modelId="{2F79BABF-5852-4E84-B0E2-C64260B4A417}">
      <dsp:nvSpPr>
        <dsp:cNvPr id="5" name="Up Arrow Callout 4"/>
        <dsp:cNvSpPr/>
      </dsp:nvSpPr>
      <dsp:spPr bwMode="white">
        <a:xfrm rot="10800000">
          <a:off x="0" y="0"/>
          <a:ext cx="6831118" cy="2303541"/>
        </a:xfrm>
        <a:prstGeom prst="upArrowCallout">
          <a:avLst/>
        </a:prstGeom>
      </dsp:spPr>
      <dsp:style>
        <a:lnRef idx="2">
          <a:schemeClr val="lt2"/>
        </a:lnRef>
        <a:fillRef idx="1">
          <a:schemeClr val="dk2"/>
        </a:fillRef>
        <a:effectRef idx="0">
          <a:scrgbClr r="0" g="0" b="0"/>
        </a:effectRef>
        <a:fontRef idx="minor">
          <a:schemeClr val="lt1"/>
        </a:fontRef>
      </dsp:style>
      <dsp:txBody>
        <a:bodyPr rot="10800000" lIns="163576" tIns="163576" rIns="163576" bIns="163576" anchor="ctr"/>
        <a:lstStyle>
          <a:lvl1pPr algn="ctr">
            <a:defRPr sz="23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Audio amplifiers play a pivotal role in our daily lives, from music systems to public address systems.</a:t>
          </a:r>
        </a:p>
      </dsp:txBody>
      <dsp:txXfrm rot="10800000">
        <a:off x="0" y="0"/>
        <a:ext cx="6831118" cy="23035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4419600" cy="2983568"/>
        <a:chOff x="0" y="0"/>
        <a:chExt cx="4419600" cy="2983568"/>
      </a:xfrm>
    </dsp:grpSpPr>
    <dsp:sp modelId="{4C0EB96D-2D3F-4D51-A271-79FCAFD25B1B}">
      <dsp:nvSpPr>
        <dsp:cNvPr id="3" name="Chevron 2"/>
        <dsp:cNvSpPr/>
      </dsp:nvSpPr>
      <dsp:spPr bwMode="white">
        <a:xfrm>
          <a:off x="1072770" y="0"/>
          <a:ext cx="2274061" cy="909624"/>
        </a:xfrm>
        <a:prstGeom prst="chevron">
          <a:avLst/>
        </a:prstGeom>
      </dsp:spPr>
      <dsp:style>
        <a:lnRef idx="0">
          <a:schemeClr val="lt2"/>
        </a:lnRef>
        <a:fillRef idx="3">
          <a:schemeClr val="dk2"/>
        </a:fillRef>
        <a:effectRef idx="2">
          <a:scrgbClr r="0" g="0" b="0"/>
        </a:effectRef>
        <a:fontRef idx="minor">
          <a:schemeClr val="lt1"/>
        </a:fontRef>
      </dsp:style>
      <dsp:txBody>
        <a:bodyPr lIns="13970" tIns="6985" rIns="0" bIns="6985" anchor="ctr"/>
        <a:lstStyle>
          <a:lvl1pPr algn="ctr">
            <a:defRPr sz="1100"/>
          </a:lvl1pPr>
          <a:lvl2pPr marL="57150" indent="-57150" algn="ctr">
            <a:defRPr sz="800"/>
          </a:lvl2pPr>
          <a:lvl3pPr marL="114300" indent="-57150" algn="ctr">
            <a:defRPr sz="800"/>
          </a:lvl3pPr>
          <a:lvl4pPr marL="171450" indent="-57150" algn="ctr">
            <a:defRPr sz="800"/>
          </a:lvl4pPr>
          <a:lvl5pPr marL="228600" indent="-57150" algn="ctr">
            <a:defRPr sz="800"/>
          </a:lvl5pPr>
          <a:lvl6pPr marL="285750" indent="-57150" algn="ctr">
            <a:defRPr sz="800"/>
          </a:lvl6pPr>
          <a:lvl7pPr marL="342900" indent="-57150" algn="ctr">
            <a:defRPr sz="800"/>
          </a:lvl7pPr>
          <a:lvl8pPr marL="400050" indent="-57150" algn="ctr">
            <a:defRPr sz="800"/>
          </a:lvl8pPr>
          <a:lvl9pPr marL="457200" indent="-57150" algn="ctr">
            <a:defRPr sz="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Connect one end of a 10k resistor to the base of the Transistor.</a:t>
          </a:r>
        </a:p>
      </dsp:txBody>
      <dsp:txXfrm>
        <a:off x="1072770" y="0"/>
        <a:ext cx="2274061" cy="909624"/>
      </dsp:txXfrm>
    </dsp:sp>
    <dsp:sp modelId="{745B36ED-C7FE-4510-9097-D90460D8BB63}">
      <dsp:nvSpPr>
        <dsp:cNvPr id="4" name="Chevron 3"/>
        <dsp:cNvSpPr/>
      </dsp:nvSpPr>
      <dsp:spPr bwMode="white">
        <a:xfrm>
          <a:off x="1072770" y="1036972"/>
          <a:ext cx="2274061" cy="909624"/>
        </a:xfrm>
        <a:prstGeom prst="chevron">
          <a:avLst/>
        </a:prstGeom>
      </dsp:spPr>
      <dsp:style>
        <a:lnRef idx="0">
          <a:schemeClr val="lt2"/>
        </a:lnRef>
        <a:fillRef idx="3">
          <a:schemeClr val="dk2"/>
        </a:fillRef>
        <a:effectRef idx="2">
          <a:scrgbClr r="0" g="0" b="0"/>
        </a:effectRef>
        <a:fontRef idx="minor">
          <a:schemeClr val="lt1"/>
        </a:fontRef>
      </dsp:style>
      <dsp:txBody>
        <a:bodyPr lIns="13970" tIns="6985" rIns="0" bIns="6985" anchor="ctr"/>
        <a:lstStyle>
          <a:lvl1pPr algn="ctr">
            <a:defRPr sz="1100"/>
          </a:lvl1pPr>
          <a:lvl2pPr marL="57150" indent="-57150" algn="ctr">
            <a:defRPr sz="800"/>
          </a:lvl2pPr>
          <a:lvl3pPr marL="114300" indent="-57150" algn="ctr">
            <a:defRPr sz="800"/>
          </a:lvl3pPr>
          <a:lvl4pPr marL="171450" indent="-57150" algn="ctr">
            <a:defRPr sz="800"/>
          </a:lvl4pPr>
          <a:lvl5pPr marL="228600" indent="-57150" algn="ctr">
            <a:defRPr sz="800"/>
          </a:lvl5pPr>
          <a:lvl6pPr marL="285750" indent="-57150" algn="ctr">
            <a:defRPr sz="800"/>
          </a:lvl6pPr>
          <a:lvl7pPr marL="342900" indent="-57150" algn="ctr">
            <a:defRPr sz="800"/>
          </a:lvl7pPr>
          <a:lvl8pPr marL="400050" indent="-57150" algn="ctr">
            <a:defRPr sz="800"/>
          </a:lvl8pPr>
          <a:lvl9pPr marL="457200" indent="-57150" algn="ctr">
            <a:defRPr sz="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Connect the other end of the same resistor to the Collector of the Transistor.</a:t>
          </a:r>
        </a:p>
      </dsp:txBody>
      <dsp:txXfrm>
        <a:off x="1072770" y="1036972"/>
        <a:ext cx="2274061" cy="909624"/>
      </dsp:txXfrm>
    </dsp:sp>
    <dsp:sp modelId="{C9174456-C8A0-4C72-978E-64A7848D0482}">
      <dsp:nvSpPr>
        <dsp:cNvPr id="5" name="Chevron 4"/>
        <dsp:cNvSpPr/>
      </dsp:nvSpPr>
      <dsp:spPr bwMode="white">
        <a:xfrm>
          <a:off x="1072770" y="2073944"/>
          <a:ext cx="2274061" cy="909624"/>
        </a:xfrm>
        <a:prstGeom prst="chevron">
          <a:avLst/>
        </a:prstGeom>
      </dsp:spPr>
      <dsp:style>
        <a:lnRef idx="0">
          <a:schemeClr val="lt2"/>
        </a:lnRef>
        <a:fillRef idx="3">
          <a:schemeClr val="dk2"/>
        </a:fillRef>
        <a:effectRef idx="2">
          <a:scrgbClr r="0" g="0" b="0"/>
        </a:effectRef>
        <a:fontRef idx="minor">
          <a:schemeClr val="lt1"/>
        </a:fontRef>
      </dsp:style>
      <dsp:txBody>
        <a:bodyPr lIns="13970" tIns="6985" rIns="0" bIns="6985" anchor="ctr"/>
        <a:lstStyle>
          <a:lvl1pPr algn="ctr">
            <a:defRPr sz="1100"/>
          </a:lvl1pPr>
          <a:lvl2pPr marL="57150" indent="-57150" algn="ctr">
            <a:defRPr sz="800"/>
          </a:lvl2pPr>
          <a:lvl3pPr marL="114300" indent="-57150" algn="ctr">
            <a:defRPr sz="800"/>
          </a:lvl3pPr>
          <a:lvl4pPr marL="171450" indent="-57150" algn="ctr">
            <a:defRPr sz="800"/>
          </a:lvl4pPr>
          <a:lvl5pPr marL="228600" indent="-57150" algn="ctr">
            <a:defRPr sz="800"/>
          </a:lvl5pPr>
          <a:lvl6pPr marL="285750" indent="-57150" algn="ctr">
            <a:defRPr sz="800"/>
          </a:lvl6pPr>
          <a:lvl7pPr marL="342900" indent="-57150" algn="ctr">
            <a:defRPr sz="800"/>
          </a:lvl7pPr>
          <a:lvl8pPr marL="400050" indent="-57150" algn="ctr">
            <a:defRPr sz="800"/>
          </a:lvl8pPr>
          <a:lvl9pPr marL="457200" indent="-57150" algn="ctr">
            <a:defRPr sz="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Repeat for the second 10k resistor.</a:t>
          </a:r>
        </a:p>
      </dsp:txBody>
      <dsp:txXfrm>
        <a:off x="1072770" y="2073944"/>
        <a:ext cx="2274061" cy="9096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6831118" cy="6059901"/>
        <a:chOff x="0" y="0"/>
        <a:chExt cx="6831118" cy="6059901"/>
      </a:xfrm>
    </dsp:grpSpPr>
    <dsp:sp modelId="{92F615DF-FC85-4E14-810B-82E643CDB341}">
      <dsp:nvSpPr>
        <dsp:cNvPr id="3" name="Rounded Rectangle 2"/>
        <dsp:cNvSpPr/>
      </dsp:nvSpPr>
      <dsp:spPr bwMode="white">
        <a:xfrm>
          <a:off x="0" y="404321"/>
          <a:ext cx="6831118" cy="1278255"/>
        </a:xfrm>
        <a:prstGeom prst="roundRect">
          <a:avLst/>
        </a:prstGeom>
      </dsp:spPr>
      <dsp:style>
        <a:lnRef idx="2">
          <a:schemeClr val="lt2"/>
        </a:lnRef>
        <a:fillRef idx="1">
          <a:schemeClr val="dk2"/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Building a simple transistor audio amplifier provides a hands-on exploration of electronic components and their interactions. Through this project, we have connected resistors, capacitors, audio jacks, and speakers to create a basic amplifier circuit.</a:t>
          </a:r>
        </a:p>
      </dsp:txBody>
      <dsp:txXfrm>
        <a:off x="0" y="404321"/>
        <a:ext cx="6831118" cy="1278255"/>
      </dsp:txXfrm>
    </dsp:sp>
    <dsp:sp modelId="{5FF8AA6E-89DE-4B9F-9A8B-42D7A9EA52B0}">
      <dsp:nvSpPr>
        <dsp:cNvPr id="4" name="Rounded Rectangle 3"/>
        <dsp:cNvSpPr/>
      </dsp:nvSpPr>
      <dsp:spPr bwMode="white">
        <a:xfrm>
          <a:off x="0" y="1728656"/>
          <a:ext cx="6831118" cy="1278255"/>
        </a:xfrm>
        <a:prstGeom prst="roundRect">
          <a:avLst/>
        </a:prstGeom>
      </dsp:spPr>
      <dsp:style>
        <a:lnRef idx="2">
          <a:schemeClr val="lt2"/>
        </a:lnRef>
        <a:fillRef idx="1">
          <a:schemeClr val="dk2"/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latin typeface="Posterama"/>
            </a:rPr>
            <a:t>- </a:t>
          </a:r>
          <a:r>
            <a:rPr lang="en-US" dirty="0"/>
            <a:t>We've gained practical insights into transistor applications.</a:t>
          </a:r>
        </a:p>
      </dsp:txBody>
      <dsp:txXfrm>
        <a:off x="0" y="1728656"/>
        <a:ext cx="6831118" cy="1278255"/>
      </dsp:txXfrm>
    </dsp:sp>
    <dsp:sp modelId="{FC808720-F370-49CF-B95E-110570E9F2A5}">
      <dsp:nvSpPr>
        <dsp:cNvPr id="5" name="Rounded Rectangle 4"/>
        <dsp:cNvSpPr/>
      </dsp:nvSpPr>
      <dsp:spPr bwMode="white">
        <a:xfrm>
          <a:off x="0" y="3052991"/>
          <a:ext cx="6831118" cy="1278255"/>
        </a:xfrm>
        <a:prstGeom prst="roundRect">
          <a:avLst/>
        </a:prstGeom>
      </dsp:spPr>
      <dsp:style>
        <a:lnRef idx="2">
          <a:schemeClr val="lt2"/>
        </a:lnRef>
        <a:fillRef idx="1">
          <a:schemeClr val="dk2"/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latin typeface="Posterama"/>
            </a:rPr>
            <a:t>- </a:t>
          </a:r>
          <a:r>
            <a:rPr lang="en-US" dirty="0"/>
            <a:t>Connecting components in a specific arrangement amplifies audio signals.</a:t>
          </a:r>
        </a:p>
      </dsp:txBody>
      <dsp:txXfrm>
        <a:off x="0" y="3052991"/>
        <a:ext cx="6831118" cy="1278255"/>
      </dsp:txXfrm>
    </dsp:sp>
    <dsp:sp modelId="{B9DA2797-7143-4E2E-BC6B-C21E6F3B1A09}">
      <dsp:nvSpPr>
        <dsp:cNvPr id="6" name="Rounded Rectangle 5"/>
        <dsp:cNvSpPr/>
      </dsp:nvSpPr>
      <dsp:spPr bwMode="white">
        <a:xfrm>
          <a:off x="0" y="4377326"/>
          <a:ext cx="6831118" cy="1278255"/>
        </a:xfrm>
        <a:prstGeom prst="roundRect">
          <a:avLst/>
        </a:prstGeom>
      </dsp:spPr>
      <dsp:style>
        <a:lnRef idx="2">
          <a:schemeClr val="lt2"/>
        </a:lnRef>
        <a:fillRef idx="1">
          <a:schemeClr val="dk2"/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/>
            <a:t>Thank you for your attention and participation in this journey into the world of audio amplification!</a:t>
          </a:r>
        </a:p>
      </dsp:txBody>
      <dsp:txXfrm>
        <a:off x="0" y="4377326"/>
        <a:ext cx="6831118" cy="12782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type="round2SameRect" r:blip="" rot="90">
                    <dgm:adjLst/>
                  </dgm:shape>
                </dgm:if>
                <dgm:else name="Name12">
                  <dgm:shape xmlns:r="http://schemas.openxmlformats.org/officeDocument/2006/relationships" type="round2SameRect" r:blip="" rot="-90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type="upArrowCallout" r:blip="" rot="180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type="upArrowCallout" r:blip="" rot="180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nodeVertAlign" val="t"/>
          <dgm:param type="vertAlign" val="mid"/>
          <dgm:param type="nodeHorzAlign" val="l"/>
          <dgm:param type="fallback" val="2D"/>
        </dgm:alg>
      </dgm:if>
      <dgm:else name="Name3">
        <dgm:alg type="lin">
          <dgm:param type="linDir" val="fromT"/>
          <dgm:param type="nodeVertAlign" val="t"/>
          <dgm:param type="vertAlign" val="mid"/>
          <dgm:param type="nodeHorzAlign" val="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VertAlign" val="mid"/>
              <dgm:param type="nodeHorzAlign" val="l"/>
              <dgm:param type="fallback" val="2D"/>
            </dgm:alg>
          </dgm:if>
          <dgm:else name="Name7">
            <dgm:alg type="lin">
              <dgm:param type="linDir" val="fromR"/>
              <dgm:param type="nodeVertAlign" val="mid"/>
              <dgm:param type="nodeHorzAlign" val="r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type="chevron" r:blip="" rot="180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type="chevron" r:blip="" rot="180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0">
        <p14:reveal/>
      </p:transition>
    </mc:Choice>
    <mc:Fallback>
      <p:transition spd="med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228600" indent="-228600">
              <a:buFont typeface="Arial" panose="020B0604020202020204" pitchFamily="34" charset="0"/>
              <a:buChar char="•"/>
              <a:defRPr/>
            </a:lvl2pPr>
            <a:lvl3pPr marL="228600" indent="-228600">
              <a:buFont typeface="Arial" panose="020B0604020202020204" pitchFamily="34" charset="0"/>
              <a:buChar char="•"/>
              <a:defRPr/>
            </a:lvl3pPr>
            <a:lvl4pPr marL="228600" indent="-228600">
              <a:buFont typeface="Arial" panose="020B0604020202020204" pitchFamily="34" charset="0"/>
              <a:buChar char="•"/>
              <a:defRPr/>
            </a:lvl4pPr>
            <a:lvl5pPr marL="2286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0">
        <p14:reveal/>
      </p:transition>
    </mc:Choice>
    <mc:Fallback>
      <p:transition spd="med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09738"/>
            <a:ext cx="1089025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89025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0">
        <p14:reveal/>
      </p:transition>
    </mc:Choice>
    <mc:Fallback>
      <p:transition spd="med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0">
        <p14:reveal/>
      </p:transition>
    </mc:Choice>
    <mc:Fallback>
      <p:transition spd="med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5157787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3101975"/>
            <a:ext cx="5157787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820863"/>
            <a:ext cx="5183188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01975"/>
            <a:ext cx="5183188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0">
        <p14:reveal/>
      </p:transition>
    </mc:Choice>
    <mc:Fallback>
      <p:transition spd="med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0">
        <p14:reveal/>
      </p:transition>
    </mc:Choice>
    <mc:Fallback>
      <p:transition spd="med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0">
        <p14:reveal/>
      </p:transition>
    </mc:Choice>
    <mc:Fallback>
      <p:transition spd="med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98120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0">
        <p14:reveal/>
      </p:transition>
    </mc:Choice>
    <mc:Fallback>
      <p:transition spd="med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209799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0">
        <p14:reveal/>
      </p:transition>
    </mc:Choice>
    <mc:Fallback>
      <p:transition spd="med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0">
        <p14:reveal/>
      </p:transition>
    </mc:Choice>
    <mc:Fallback>
      <p:transition spd="med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23539" y="6324600"/>
            <a:ext cx="2560220" cy="365125"/>
          </a:xfrm>
        </p:spPr>
        <p:txBody>
          <a:bodyPr/>
          <a:lstStyle/>
          <a:p>
            <a:fld id="{5CC8096C-64ED-4153-A483-5C02E44AD5C3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67200" y="6319838"/>
            <a:ext cx="3982781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0">
        <p14:reveal/>
      </p:transition>
    </mc:Choice>
    <mc:Fallback>
      <p:transition spd="med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0" name="Group 79"/>
          <p:cNvGrpSpPr/>
          <p:nvPr/>
        </p:nvGrpSpPr>
        <p:grpSpPr>
          <a:xfrm>
            <a:off x="-11413" y="0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Freeform: Shape 148"/>
          <p:cNvSpPr/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7229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93BAB95-8DA7-460B-B00A-7037C8394FB0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1A71338-8BA2-4C79-A6C5-5A8E30081D0C}" type="slidenum">
              <a:rPr lang="en-US" smtClean="0"/>
            </a:fld>
            <a:endParaRPr lang="en-US" dirty="0"/>
          </a:p>
        </p:txBody>
      </p:sp>
      <p:sp>
        <p:nvSpPr>
          <p:cNvPr id="77" name="Freeform: Shape 76"/>
          <p:cNvSpPr/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advClick="0">
        <p14:reveal/>
      </p:transition>
    </mc:Choice>
    <mc:Fallback>
      <p:transition spd="med" advClick="0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microsoft.com/office/2007/relationships/hdphoto" Target="../media/image12.wdp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4.xml"/><Relationship Id="rId4" Type="http://schemas.openxmlformats.org/officeDocument/2006/relationships/diagramColors" Target="../diagrams/colors4.xml"/><Relationship Id="rId3" Type="http://schemas.openxmlformats.org/officeDocument/2006/relationships/diagramQuickStyle" Target="../diagrams/quickStyle4.xml"/><Relationship Id="rId2" Type="http://schemas.openxmlformats.org/officeDocument/2006/relationships/diagramLayout" Target="../diagrams/layout4.xml"/><Relationship Id="rId1" Type="http://schemas.openxmlformats.org/officeDocument/2006/relationships/diagramData" Target="../diagrams/data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" name="Rectangle 1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7" name="Rectangle 1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8" name="Picture 7" descr="A speaker and battery on a circuit board"/>
          <p:cNvPicPr>
            <a:picLocks noChangeAspect="1"/>
          </p:cNvPicPr>
          <p:nvPr/>
        </p:nvPicPr>
        <p:blipFill>
          <a:blip r:embed="rId1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82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grpSp>
        <p:nvGrpSpPr>
          <p:cNvPr id="139" name="Group 138"/>
          <p:cNvGrpSpPr>
            <a:grpSpLocks noGrp="1" noRot="1" noChangeAspect="1" noMove="1" noResize="1" noUngrp="1"/>
          </p:cNvGrpSpPr>
          <p:nvPr/>
        </p:nvGrpSpPr>
        <p:grpSpPr>
          <a:xfrm>
            <a:off x="37601" y="-1"/>
            <a:ext cx="12214827" cy="6858000"/>
            <a:chOff x="-6214" y="-1"/>
            <a:chExt cx="12214827" cy="6858000"/>
          </a:xfrm>
        </p:grpSpPr>
        <p:cxnSp>
          <p:nvCxnSpPr>
            <p:cNvPr id="140" name="Straight Connector 139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/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11908" y="2245129"/>
            <a:ext cx="7974719" cy="2288382"/>
          </a:xfrm>
        </p:spPr>
        <p:txBody>
          <a:bodyPr anchor="t"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Times New Roman" panose="02020603050405020304"/>
                <a:ea typeface="+mj-lt"/>
                <a:cs typeface="+mj-lt"/>
              </a:rPr>
              <a:t>Simple Basic Audio Amplifier</a:t>
            </a:r>
            <a:endParaRPr lang="en-US" dirty="0">
              <a:solidFill>
                <a:schemeClr val="tx2"/>
              </a:solidFill>
              <a:latin typeface="Times New Roman" panose="02020603050405020304"/>
            </a:endParaRPr>
          </a:p>
        </p:txBody>
      </p:sp>
      <p:sp>
        <p:nvSpPr>
          <p:cNvPr id="170" name="Right Triangle 16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>
            <a:off x="5905012" y="-284145"/>
            <a:ext cx="568289" cy="568289"/>
          </a:xfrm>
          <a:prstGeom prst="rtTriangle">
            <a:avLst/>
          </a:prstGeom>
          <a:solidFill>
            <a:schemeClr val="bg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0">
        <p14:reveal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1" name="Rectangle 9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2" name="Rectangle 9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208613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3" name="Rectangle 9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2"/>
            <a:ext cx="1220861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4" name="Right Triangle 9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>
            <a:off x="408102" y="-284146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/>
          <p:cNvGrpSpPr>
            <a:grpSpLocks noGrp="1" noRot="1" noChangeAspect="1" noMove="1" noResize="1" noUngrp="1"/>
          </p:cNvGrpSpPr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0" name="Straight Connector 59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720772"/>
            <a:ext cx="3733078" cy="5531079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Group-5 comprises the following members:</a:t>
            </a:r>
            <a:endParaRPr lang="en-US" dirty="0"/>
          </a:p>
        </p:txBody>
      </p:sp>
      <p:sp>
        <p:nvSpPr>
          <p:cNvPr id="90" name="Flowchart: Document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4848276" y="-294059"/>
            <a:ext cx="6858001" cy="7789015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26328 h 47652"/>
              <a:gd name="connsiteX1-3" fmla="*/ 21562 w 21600"/>
              <a:gd name="connsiteY1-4" fmla="*/ 0 h 47652"/>
              <a:gd name="connsiteX2-5" fmla="*/ 21600 w 21600"/>
              <a:gd name="connsiteY2-6" fmla="*/ 43650 h 47652"/>
              <a:gd name="connsiteX3-7" fmla="*/ 0 w 21600"/>
              <a:gd name="connsiteY3-8" fmla="*/ 46500 h 47652"/>
              <a:gd name="connsiteX4-9" fmla="*/ 0 w 21600"/>
              <a:gd name="connsiteY4-10" fmla="*/ 26328 h 47652"/>
              <a:gd name="connsiteX0-11" fmla="*/ 56 w 21600"/>
              <a:gd name="connsiteY0-12" fmla="*/ 98 h 47652"/>
              <a:gd name="connsiteX1-13" fmla="*/ 21562 w 21600"/>
              <a:gd name="connsiteY1-14" fmla="*/ 0 h 47652"/>
              <a:gd name="connsiteX2-15" fmla="*/ 21600 w 21600"/>
              <a:gd name="connsiteY2-16" fmla="*/ 43650 h 47652"/>
              <a:gd name="connsiteX3-17" fmla="*/ 0 w 21600"/>
              <a:gd name="connsiteY3-18" fmla="*/ 46500 h 47652"/>
              <a:gd name="connsiteX4-19" fmla="*/ 56 w 21600"/>
              <a:gd name="connsiteY4-20" fmla="*/ 98 h 47652"/>
              <a:gd name="connsiteX0-21" fmla="*/ 37 w 21600"/>
              <a:gd name="connsiteY0-22" fmla="*/ 196 h 47652"/>
              <a:gd name="connsiteX1-23" fmla="*/ 21562 w 21600"/>
              <a:gd name="connsiteY1-24" fmla="*/ 0 h 47652"/>
              <a:gd name="connsiteX2-25" fmla="*/ 21600 w 21600"/>
              <a:gd name="connsiteY2-26" fmla="*/ 43650 h 47652"/>
              <a:gd name="connsiteX3-27" fmla="*/ 0 w 21600"/>
              <a:gd name="connsiteY3-28" fmla="*/ 46500 h 47652"/>
              <a:gd name="connsiteX4-29" fmla="*/ 37 w 21600"/>
              <a:gd name="connsiteY4-30" fmla="*/ 196 h 47652"/>
              <a:gd name="connsiteX0-31" fmla="*/ 5 w 21606"/>
              <a:gd name="connsiteY0-32" fmla="*/ 196 h 47652"/>
              <a:gd name="connsiteX1-33" fmla="*/ 21568 w 21606"/>
              <a:gd name="connsiteY1-34" fmla="*/ 0 h 47652"/>
              <a:gd name="connsiteX2-35" fmla="*/ 21606 w 21606"/>
              <a:gd name="connsiteY2-36" fmla="*/ 43650 h 47652"/>
              <a:gd name="connsiteX3-37" fmla="*/ 6 w 21606"/>
              <a:gd name="connsiteY3-38" fmla="*/ 46500 h 47652"/>
              <a:gd name="connsiteX4-39" fmla="*/ 5 w 21606"/>
              <a:gd name="connsiteY4-40" fmla="*/ 196 h 47652"/>
              <a:gd name="connsiteX0-41" fmla="*/ 3 w 21642"/>
              <a:gd name="connsiteY0-42" fmla="*/ 1 h 47652"/>
              <a:gd name="connsiteX1-43" fmla="*/ 21604 w 21642"/>
              <a:gd name="connsiteY1-44" fmla="*/ 0 h 47652"/>
              <a:gd name="connsiteX2-45" fmla="*/ 21642 w 21642"/>
              <a:gd name="connsiteY2-46" fmla="*/ 43650 h 47652"/>
              <a:gd name="connsiteX3-47" fmla="*/ 42 w 21642"/>
              <a:gd name="connsiteY3-48" fmla="*/ 46500 h 47652"/>
              <a:gd name="connsiteX4-49" fmla="*/ 3 w 21642"/>
              <a:gd name="connsiteY4-50" fmla="*/ 1 h 47652"/>
              <a:gd name="connsiteX0-51" fmla="*/ 3 w 21642"/>
              <a:gd name="connsiteY0-52" fmla="*/ 0 h 47651"/>
              <a:gd name="connsiteX1-53" fmla="*/ 21623 w 21642"/>
              <a:gd name="connsiteY1-54" fmla="*/ 97 h 47651"/>
              <a:gd name="connsiteX2-55" fmla="*/ 21642 w 21642"/>
              <a:gd name="connsiteY2-56" fmla="*/ 43649 h 47651"/>
              <a:gd name="connsiteX3-57" fmla="*/ 42 w 21642"/>
              <a:gd name="connsiteY3-58" fmla="*/ 46499 h 47651"/>
              <a:gd name="connsiteX4-59" fmla="*/ 3 w 21642"/>
              <a:gd name="connsiteY4-60" fmla="*/ 0 h 47651"/>
              <a:gd name="connsiteX0-61" fmla="*/ 3 w 21642"/>
              <a:gd name="connsiteY0-62" fmla="*/ 147 h 47798"/>
              <a:gd name="connsiteX1-63" fmla="*/ 21623 w 21642"/>
              <a:gd name="connsiteY1-64" fmla="*/ 0 h 47798"/>
              <a:gd name="connsiteX2-65" fmla="*/ 21642 w 21642"/>
              <a:gd name="connsiteY2-66" fmla="*/ 43796 h 47798"/>
              <a:gd name="connsiteX3-67" fmla="*/ 42 w 21642"/>
              <a:gd name="connsiteY3-68" fmla="*/ 46646 h 47798"/>
              <a:gd name="connsiteX4-69" fmla="*/ 3 w 21642"/>
              <a:gd name="connsiteY4-70" fmla="*/ 147 h 47798"/>
              <a:gd name="connsiteX0-71" fmla="*/ 17 w 21656"/>
              <a:gd name="connsiteY0-72" fmla="*/ 147 h 47742"/>
              <a:gd name="connsiteX1-73" fmla="*/ 21637 w 21656"/>
              <a:gd name="connsiteY1-74" fmla="*/ 0 h 47742"/>
              <a:gd name="connsiteX2-75" fmla="*/ 21656 w 21656"/>
              <a:gd name="connsiteY2-76" fmla="*/ 43796 h 47742"/>
              <a:gd name="connsiteX3-77" fmla="*/ 0 w 21656"/>
              <a:gd name="connsiteY3-78" fmla="*/ 46582 h 47742"/>
              <a:gd name="connsiteX4-79" fmla="*/ 17 w 21656"/>
              <a:gd name="connsiteY4-80" fmla="*/ 147 h 47742"/>
              <a:gd name="connsiteX0-81" fmla="*/ 17 w 21663"/>
              <a:gd name="connsiteY0-82" fmla="*/ 73 h 47668"/>
              <a:gd name="connsiteX1-83" fmla="*/ 21663 w 21663"/>
              <a:gd name="connsiteY1-84" fmla="*/ 0 h 47668"/>
              <a:gd name="connsiteX2-85" fmla="*/ 21656 w 21663"/>
              <a:gd name="connsiteY2-86" fmla="*/ 43722 h 47668"/>
              <a:gd name="connsiteX3-87" fmla="*/ 0 w 21663"/>
              <a:gd name="connsiteY3-88" fmla="*/ 46508 h 47668"/>
              <a:gd name="connsiteX4-89" fmla="*/ 17 w 21663"/>
              <a:gd name="connsiteY4-90" fmla="*/ 73 h 47668"/>
              <a:gd name="connsiteX0-91" fmla="*/ 5 w 21671"/>
              <a:gd name="connsiteY0-92" fmla="*/ 73 h 47668"/>
              <a:gd name="connsiteX1-93" fmla="*/ 21671 w 21671"/>
              <a:gd name="connsiteY1-94" fmla="*/ 0 h 47668"/>
              <a:gd name="connsiteX2-95" fmla="*/ 21664 w 21671"/>
              <a:gd name="connsiteY2-96" fmla="*/ 43722 h 47668"/>
              <a:gd name="connsiteX3-97" fmla="*/ 8 w 21671"/>
              <a:gd name="connsiteY3-98" fmla="*/ 46508 h 47668"/>
              <a:gd name="connsiteX4-99" fmla="*/ 5 w 21671"/>
              <a:gd name="connsiteY4-100" fmla="*/ 73 h 47668"/>
              <a:gd name="connsiteX0-101" fmla="*/ 5 w 21671"/>
              <a:gd name="connsiteY0-102" fmla="*/ 73 h 47668"/>
              <a:gd name="connsiteX1-103" fmla="*/ 21671 w 21671"/>
              <a:gd name="connsiteY1-104" fmla="*/ 0 h 47668"/>
              <a:gd name="connsiteX2-105" fmla="*/ 21670 w 21671"/>
              <a:gd name="connsiteY2-106" fmla="*/ 43722 h 47668"/>
              <a:gd name="connsiteX3-107" fmla="*/ 8 w 21671"/>
              <a:gd name="connsiteY3-108" fmla="*/ 46508 h 47668"/>
              <a:gd name="connsiteX4-109" fmla="*/ 5 w 21671"/>
              <a:gd name="connsiteY4-110" fmla="*/ 73 h 47668"/>
              <a:gd name="connsiteX0-111" fmla="*/ 4 w 21676"/>
              <a:gd name="connsiteY0-112" fmla="*/ 0 h 47722"/>
              <a:gd name="connsiteX1-113" fmla="*/ 21676 w 21676"/>
              <a:gd name="connsiteY1-114" fmla="*/ 54 h 47722"/>
              <a:gd name="connsiteX2-115" fmla="*/ 21675 w 21676"/>
              <a:gd name="connsiteY2-116" fmla="*/ 43776 h 47722"/>
              <a:gd name="connsiteX3-117" fmla="*/ 13 w 21676"/>
              <a:gd name="connsiteY3-118" fmla="*/ 46562 h 47722"/>
              <a:gd name="connsiteX4-119" fmla="*/ 4 w 21676"/>
              <a:gd name="connsiteY4-120" fmla="*/ 0 h 4772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1676" h="47722">
                <a:moveTo>
                  <a:pt x="4" y="0"/>
                </a:moveTo>
                <a:lnTo>
                  <a:pt x="21676" y="54"/>
                </a:lnTo>
                <a:cubicBezTo>
                  <a:pt x="21676" y="5828"/>
                  <a:pt x="21675" y="38002"/>
                  <a:pt x="21675" y="43776"/>
                </a:cubicBezTo>
                <a:cubicBezTo>
                  <a:pt x="10875" y="43776"/>
                  <a:pt x="10813" y="50312"/>
                  <a:pt x="13" y="46562"/>
                </a:cubicBezTo>
                <a:cubicBezTo>
                  <a:pt x="32" y="31095"/>
                  <a:pt x="-15" y="15467"/>
                  <a:pt x="4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96" name="Content Placeholder 2"/>
          <p:cNvGraphicFramePr>
            <a:graphicFrameLocks noGrp="1"/>
          </p:cNvGraphicFramePr>
          <p:nvPr>
            <p:ph idx="1"/>
          </p:nvPr>
        </p:nvGraphicFramePr>
        <p:xfrm>
          <a:off x="5245723" y="455758"/>
          <a:ext cx="6831118" cy="60599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0">
        <p14:reveal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  <p:bldP spid="2" grpId="0"/>
      <p:bldGraphic spid="96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2" name="Rectangle 5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208613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4" name="Rectangle 5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2"/>
            <a:ext cx="1220861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6" name="Right Triangle 5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>
            <a:off x="408102" y="-284146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/>
          <p:cNvGrpSpPr>
            <a:grpSpLocks noGrp="1" noRot="1" noChangeAspect="1" noMove="1" noResize="1" noUngrp="1"/>
          </p:cNvGrpSpPr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9" name="Straight Connector 58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720772"/>
            <a:ext cx="3733078" cy="5531079"/>
          </a:xfrm>
        </p:spPr>
        <p:txBody>
          <a:bodyPr>
            <a:normAutofit/>
          </a:bodyPr>
          <a:lstStyle/>
          <a:p>
            <a:r>
              <a:rPr lang="en-US" b="1" dirty="0"/>
              <a:t>Introduction</a:t>
            </a:r>
            <a:endParaRPr lang="en-US" dirty="0"/>
          </a:p>
          <a:p>
            <a:endParaRPr lang="en-US" dirty="0">
              <a:cs typeface="Posterama"/>
            </a:endParaRPr>
          </a:p>
        </p:txBody>
      </p:sp>
      <p:sp>
        <p:nvSpPr>
          <p:cNvPr id="89" name="Flowchart: Document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4885106" y="-465509"/>
            <a:ext cx="6858001" cy="7789015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26328 h 47652"/>
              <a:gd name="connsiteX1-3" fmla="*/ 21562 w 21600"/>
              <a:gd name="connsiteY1-4" fmla="*/ 0 h 47652"/>
              <a:gd name="connsiteX2-5" fmla="*/ 21600 w 21600"/>
              <a:gd name="connsiteY2-6" fmla="*/ 43650 h 47652"/>
              <a:gd name="connsiteX3-7" fmla="*/ 0 w 21600"/>
              <a:gd name="connsiteY3-8" fmla="*/ 46500 h 47652"/>
              <a:gd name="connsiteX4-9" fmla="*/ 0 w 21600"/>
              <a:gd name="connsiteY4-10" fmla="*/ 26328 h 47652"/>
              <a:gd name="connsiteX0-11" fmla="*/ 56 w 21600"/>
              <a:gd name="connsiteY0-12" fmla="*/ 98 h 47652"/>
              <a:gd name="connsiteX1-13" fmla="*/ 21562 w 21600"/>
              <a:gd name="connsiteY1-14" fmla="*/ 0 h 47652"/>
              <a:gd name="connsiteX2-15" fmla="*/ 21600 w 21600"/>
              <a:gd name="connsiteY2-16" fmla="*/ 43650 h 47652"/>
              <a:gd name="connsiteX3-17" fmla="*/ 0 w 21600"/>
              <a:gd name="connsiteY3-18" fmla="*/ 46500 h 47652"/>
              <a:gd name="connsiteX4-19" fmla="*/ 56 w 21600"/>
              <a:gd name="connsiteY4-20" fmla="*/ 98 h 47652"/>
              <a:gd name="connsiteX0-21" fmla="*/ 37 w 21600"/>
              <a:gd name="connsiteY0-22" fmla="*/ 196 h 47652"/>
              <a:gd name="connsiteX1-23" fmla="*/ 21562 w 21600"/>
              <a:gd name="connsiteY1-24" fmla="*/ 0 h 47652"/>
              <a:gd name="connsiteX2-25" fmla="*/ 21600 w 21600"/>
              <a:gd name="connsiteY2-26" fmla="*/ 43650 h 47652"/>
              <a:gd name="connsiteX3-27" fmla="*/ 0 w 21600"/>
              <a:gd name="connsiteY3-28" fmla="*/ 46500 h 47652"/>
              <a:gd name="connsiteX4-29" fmla="*/ 37 w 21600"/>
              <a:gd name="connsiteY4-30" fmla="*/ 196 h 47652"/>
              <a:gd name="connsiteX0-31" fmla="*/ 5 w 21606"/>
              <a:gd name="connsiteY0-32" fmla="*/ 196 h 47652"/>
              <a:gd name="connsiteX1-33" fmla="*/ 21568 w 21606"/>
              <a:gd name="connsiteY1-34" fmla="*/ 0 h 47652"/>
              <a:gd name="connsiteX2-35" fmla="*/ 21606 w 21606"/>
              <a:gd name="connsiteY2-36" fmla="*/ 43650 h 47652"/>
              <a:gd name="connsiteX3-37" fmla="*/ 6 w 21606"/>
              <a:gd name="connsiteY3-38" fmla="*/ 46500 h 47652"/>
              <a:gd name="connsiteX4-39" fmla="*/ 5 w 21606"/>
              <a:gd name="connsiteY4-40" fmla="*/ 196 h 47652"/>
              <a:gd name="connsiteX0-41" fmla="*/ 3 w 21642"/>
              <a:gd name="connsiteY0-42" fmla="*/ 1 h 47652"/>
              <a:gd name="connsiteX1-43" fmla="*/ 21604 w 21642"/>
              <a:gd name="connsiteY1-44" fmla="*/ 0 h 47652"/>
              <a:gd name="connsiteX2-45" fmla="*/ 21642 w 21642"/>
              <a:gd name="connsiteY2-46" fmla="*/ 43650 h 47652"/>
              <a:gd name="connsiteX3-47" fmla="*/ 42 w 21642"/>
              <a:gd name="connsiteY3-48" fmla="*/ 46500 h 47652"/>
              <a:gd name="connsiteX4-49" fmla="*/ 3 w 21642"/>
              <a:gd name="connsiteY4-50" fmla="*/ 1 h 47652"/>
              <a:gd name="connsiteX0-51" fmla="*/ 3 w 21642"/>
              <a:gd name="connsiteY0-52" fmla="*/ 0 h 47651"/>
              <a:gd name="connsiteX1-53" fmla="*/ 21623 w 21642"/>
              <a:gd name="connsiteY1-54" fmla="*/ 97 h 47651"/>
              <a:gd name="connsiteX2-55" fmla="*/ 21642 w 21642"/>
              <a:gd name="connsiteY2-56" fmla="*/ 43649 h 47651"/>
              <a:gd name="connsiteX3-57" fmla="*/ 42 w 21642"/>
              <a:gd name="connsiteY3-58" fmla="*/ 46499 h 47651"/>
              <a:gd name="connsiteX4-59" fmla="*/ 3 w 21642"/>
              <a:gd name="connsiteY4-60" fmla="*/ 0 h 47651"/>
              <a:gd name="connsiteX0-61" fmla="*/ 3 w 21642"/>
              <a:gd name="connsiteY0-62" fmla="*/ 147 h 47798"/>
              <a:gd name="connsiteX1-63" fmla="*/ 21623 w 21642"/>
              <a:gd name="connsiteY1-64" fmla="*/ 0 h 47798"/>
              <a:gd name="connsiteX2-65" fmla="*/ 21642 w 21642"/>
              <a:gd name="connsiteY2-66" fmla="*/ 43796 h 47798"/>
              <a:gd name="connsiteX3-67" fmla="*/ 42 w 21642"/>
              <a:gd name="connsiteY3-68" fmla="*/ 46646 h 47798"/>
              <a:gd name="connsiteX4-69" fmla="*/ 3 w 21642"/>
              <a:gd name="connsiteY4-70" fmla="*/ 147 h 47798"/>
              <a:gd name="connsiteX0-71" fmla="*/ 17 w 21656"/>
              <a:gd name="connsiteY0-72" fmla="*/ 147 h 47742"/>
              <a:gd name="connsiteX1-73" fmla="*/ 21637 w 21656"/>
              <a:gd name="connsiteY1-74" fmla="*/ 0 h 47742"/>
              <a:gd name="connsiteX2-75" fmla="*/ 21656 w 21656"/>
              <a:gd name="connsiteY2-76" fmla="*/ 43796 h 47742"/>
              <a:gd name="connsiteX3-77" fmla="*/ 0 w 21656"/>
              <a:gd name="connsiteY3-78" fmla="*/ 46582 h 47742"/>
              <a:gd name="connsiteX4-79" fmla="*/ 17 w 21656"/>
              <a:gd name="connsiteY4-80" fmla="*/ 147 h 47742"/>
              <a:gd name="connsiteX0-81" fmla="*/ 17 w 21663"/>
              <a:gd name="connsiteY0-82" fmla="*/ 73 h 47668"/>
              <a:gd name="connsiteX1-83" fmla="*/ 21663 w 21663"/>
              <a:gd name="connsiteY1-84" fmla="*/ 0 h 47668"/>
              <a:gd name="connsiteX2-85" fmla="*/ 21656 w 21663"/>
              <a:gd name="connsiteY2-86" fmla="*/ 43722 h 47668"/>
              <a:gd name="connsiteX3-87" fmla="*/ 0 w 21663"/>
              <a:gd name="connsiteY3-88" fmla="*/ 46508 h 47668"/>
              <a:gd name="connsiteX4-89" fmla="*/ 17 w 21663"/>
              <a:gd name="connsiteY4-90" fmla="*/ 73 h 47668"/>
              <a:gd name="connsiteX0-91" fmla="*/ 5 w 21671"/>
              <a:gd name="connsiteY0-92" fmla="*/ 73 h 47668"/>
              <a:gd name="connsiteX1-93" fmla="*/ 21671 w 21671"/>
              <a:gd name="connsiteY1-94" fmla="*/ 0 h 47668"/>
              <a:gd name="connsiteX2-95" fmla="*/ 21664 w 21671"/>
              <a:gd name="connsiteY2-96" fmla="*/ 43722 h 47668"/>
              <a:gd name="connsiteX3-97" fmla="*/ 8 w 21671"/>
              <a:gd name="connsiteY3-98" fmla="*/ 46508 h 47668"/>
              <a:gd name="connsiteX4-99" fmla="*/ 5 w 21671"/>
              <a:gd name="connsiteY4-100" fmla="*/ 73 h 47668"/>
              <a:gd name="connsiteX0-101" fmla="*/ 5 w 21671"/>
              <a:gd name="connsiteY0-102" fmla="*/ 73 h 47668"/>
              <a:gd name="connsiteX1-103" fmla="*/ 21671 w 21671"/>
              <a:gd name="connsiteY1-104" fmla="*/ 0 h 47668"/>
              <a:gd name="connsiteX2-105" fmla="*/ 21670 w 21671"/>
              <a:gd name="connsiteY2-106" fmla="*/ 43722 h 47668"/>
              <a:gd name="connsiteX3-107" fmla="*/ 8 w 21671"/>
              <a:gd name="connsiteY3-108" fmla="*/ 46508 h 47668"/>
              <a:gd name="connsiteX4-109" fmla="*/ 5 w 21671"/>
              <a:gd name="connsiteY4-110" fmla="*/ 73 h 47668"/>
              <a:gd name="connsiteX0-111" fmla="*/ 4 w 21676"/>
              <a:gd name="connsiteY0-112" fmla="*/ 0 h 47722"/>
              <a:gd name="connsiteX1-113" fmla="*/ 21676 w 21676"/>
              <a:gd name="connsiteY1-114" fmla="*/ 54 h 47722"/>
              <a:gd name="connsiteX2-115" fmla="*/ 21675 w 21676"/>
              <a:gd name="connsiteY2-116" fmla="*/ 43776 h 47722"/>
              <a:gd name="connsiteX3-117" fmla="*/ 13 w 21676"/>
              <a:gd name="connsiteY3-118" fmla="*/ 46562 h 47722"/>
              <a:gd name="connsiteX4-119" fmla="*/ 4 w 21676"/>
              <a:gd name="connsiteY4-120" fmla="*/ 0 h 4772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1676" h="47722">
                <a:moveTo>
                  <a:pt x="4" y="0"/>
                </a:moveTo>
                <a:lnTo>
                  <a:pt x="21676" y="54"/>
                </a:lnTo>
                <a:cubicBezTo>
                  <a:pt x="21676" y="5828"/>
                  <a:pt x="21675" y="38002"/>
                  <a:pt x="21675" y="43776"/>
                </a:cubicBezTo>
                <a:cubicBezTo>
                  <a:pt x="10875" y="43776"/>
                  <a:pt x="10813" y="50312"/>
                  <a:pt x="13" y="46562"/>
                </a:cubicBezTo>
                <a:cubicBezTo>
                  <a:pt x="32" y="31095"/>
                  <a:pt x="-15" y="15467"/>
                  <a:pt x="4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46" name="Content Placeholder 2"/>
          <p:cNvGraphicFramePr>
            <a:graphicFrameLocks noGrp="1"/>
          </p:cNvGraphicFramePr>
          <p:nvPr>
            <p:ph idx="1"/>
          </p:nvPr>
        </p:nvGraphicFramePr>
        <p:xfrm>
          <a:off x="5175538" y="455758"/>
          <a:ext cx="6831118" cy="60599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0">
        <p14:reveal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Graphic spid="46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" name="Rectangle 8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7" name="Rectangle 8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8" name="Right Triangle 8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3500000">
            <a:off x="-296085" y="1566850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9" name="Group 88"/>
          <p:cNvGrpSpPr>
            <a:grpSpLocks noGrp="1" noRot="1" noChangeAspect="1" noMove="1" noResize="1" noUngrp="1"/>
          </p:cNvGrpSpPr>
          <p:nvPr/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56" name="Straight Connector 5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28907"/>
            <a:ext cx="5548691" cy="2244176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2"/>
                </a:solidFill>
              </a:rPr>
              <a:t>Project Overview</a:t>
            </a:r>
            <a:endParaRPr lang="en-US" sz="4800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  <a:cs typeface="Postera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64831"/>
            <a:ext cx="5835499" cy="3417221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Font typeface="Wingdings" panose="05000000000000000000" pitchFamily="34" charset="0"/>
              <a:buChar char="§"/>
            </a:pPr>
            <a:r>
              <a:rPr lang="en-US" sz="2400" b="1" dirty="0">
                <a:solidFill>
                  <a:schemeClr val="tx2"/>
                </a:solidFill>
                <a:ea typeface="+mn-lt"/>
                <a:cs typeface="+mn-lt"/>
              </a:rPr>
              <a:t>Purpose:</a:t>
            </a:r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 Design and implement a Simple Basic Audio Amplifier.</a:t>
            </a:r>
            <a:endParaRPr lang="en-US" sz="2400" dirty="0">
              <a:solidFill>
                <a:schemeClr val="tx2"/>
              </a:solidFill>
            </a:endParaRPr>
          </a:p>
          <a:p>
            <a:pPr>
              <a:buFont typeface="Wingdings" panose="05000000000000000000" pitchFamily="34" charset="0"/>
              <a:buChar char="§"/>
            </a:pPr>
            <a:r>
              <a:rPr lang="en-US" sz="2400" b="1" dirty="0">
                <a:solidFill>
                  <a:schemeClr val="tx2"/>
                </a:solidFill>
                <a:ea typeface="+mn-lt"/>
                <a:cs typeface="+mn-lt"/>
              </a:rPr>
              <a:t>Focus:</a:t>
            </a:r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 Practical application of capacitors in the amplifier circuit.</a:t>
            </a:r>
            <a:endParaRPr lang="en-US" sz="2400" dirty="0">
              <a:solidFill>
                <a:schemeClr val="tx2"/>
              </a:solidFill>
            </a:endParaRPr>
          </a:p>
          <a:p>
            <a:pPr>
              <a:buFont typeface="Wingdings" panose="05000000000000000000" pitchFamily="34" charset="0"/>
              <a:buChar char="§"/>
            </a:pPr>
            <a:r>
              <a:rPr lang="en-US" sz="2400" b="1" dirty="0">
                <a:solidFill>
                  <a:schemeClr val="tx2"/>
                </a:solidFill>
                <a:ea typeface="+mn-lt"/>
                <a:cs typeface="+mn-lt"/>
              </a:rPr>
              <a:t>Importance:</a:t>
            </a:r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 Gain a fundamental understanding of electronics through hands-on experience.</a:t>
            </a:r>
            <a:endParaRPr lang="en-US" sz="2400" dirty="0">
              <a:solidFill>
                <a:schemeClr val="tx2"/>
              </a:solidFill>
            </a:endParaRPr>
          </a:p>
        </p:txBody>
      </p:sp>
      <p:pic>
        <p:nvPicPr>
          <p:cNvPr id="4" name="Picture 3" descr="A speaker and battery on a circuit board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15" r="2609"/>
          <a:stretch>
            <a:fillRect/>
          </a:stretch>
        </p:blipFill>
        <p:spPr>
          <a:xfrm>
            <a:off x="6356949" y="0"/>
            <a:ext cx="5899302" cy="6862230"/>
          </a:xfrm>
          <a:custGeom>
            <a:avLst/>
            <a:gdLst/>
            <a:ahLst/>
            <a:cxnLst/>
            <a:rect l="l" t="t" r="r" b="b"/>
            <a:pathLst>
              <a:path w="5923149" h="6857997">
                <a:moveTo>
                  <a:pt x="320173" y="0"/>
                </a:moveTo>
                <a:lnTo>
                  <a:pt x="5923149" y="0"/>
                </a:lnTo>
                <a:lnTo>
                  <a:pt x="5923149" y="6857997"/>
                </a:lnTo>
                <a:lnTo>
                  <a:pt x="1111789" y="6857997"/>
                </a:lnTo>
                <a:lnTo>
                  <a:pt x="1106562" y="6546368"/>
                </a:lnTo>
                <a:cubicBezTo>
                  <a:pt x="1000021" y="3425651"/>
                  <a:pt x="-688878" y="3321843"/>
                  <a:pt x="320173" y="0"/>
                </a:cubicBez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0">
        <p14:reveal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96" name="Group 95"/>
          <p:cNvGrpSpPr>
            <a:grpSpLocks noGrp="1" noRot="1" noChangeAspect="1" noMove="1" noResize="1" noUngrp="1"/>
          </p:cNvGrpSpPr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Freeform: Shape 1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9" name="Freeform: Shape 12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1" name="Rectangle 1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33" name="Group 132"/>
          <p:cNvGrpSpPr>
            <a:grpSpLocks noGrp="1" noRot="1" noChangeAspect="1" noMove="1" noResize="1" noUngrp="1"/>
          </p:cNvGrpSpPr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4" name="Straight Connector 133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/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4" name="Freeform: Shape 1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66" name="Group 165"/>
          <p:cNvGrpSpPr>
            <a:grpSpLocks noGrp="1" noRot="1" noChangeAspect="1" noMove="1" noResize="1" noUngrp="1"/>
          </p:cNvGrpSpPr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67" name="Straight Connector 166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97" name="Rectangle 19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01" name="Right Triangle 20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>
            <a:off x="5913168" y="-280307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Freeform: Shape 20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22823" y="4114802"/>
            <a:ext cx="12214525" cy="2743198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05" name="Group 204"/>
          <p:cNvGrpSpPr>
            <a:grpSpLocks noGrp="1" noRot="1" noChangeAspect="1" noMove="1" noResize="1" noUngrp="1"/>
          </p:cNvGrpSpPr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06" name="Straight Connector 20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141" y="168276"/>
            <a:ext cx="11281651" cy="1216200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dirty="0">
                <a:solidFill>
                  <a:srgbClr val="243341"/>
                </a:solidFill>
              </a:rPr>
              <a:t>Project Components</a:t>
            </a:r>
            <a:endParaRPr lang="en-US" sz="5400" dirty="0">
              <a:solidFill>
                <a:srgbClr val="243341"/>
              </a:solidFill>
            </a:endParaRPr>
          </a:p>
        </p:txBody>
      </p:sp>
      <p:pic>
        <p:nvPicPr>
          <p:cNvPr id="20" name="Picture 19" descr="A black speaker with a round center&#10;&#10;Description automatically generated"/>
          <p:cNvPicPr>
            <a:picLocks noChangeAspect="1"/>
          </p:cNvPicPr>
          <p:nvPr/>
        </p:nvPicPr>
        <p:blipFill>
          <a:blip r:embed="rId1"/>
          <a:srcRect t="451" b="451"/>
          <a:stretch>
            <a:fillRect/>
          </a:stretch>
        </p:blipFill>
        <p:spPr>
          <a:xfrm>
            <a:off x="224878" y="3526695"/>
            <a:ext cx="2432356" cy="2407266"/>
          </a:xfrm>
          <a:prstGeom prst="rect">
            <a:avLst/>
          </a:prstGeom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9" name="Picture 18" descr="A close up of a circuit board&#10;&#10;Description automatically generated"/>
          <p:cNvPicPr>
            <a:picLocks noChangeAspect="1"/>
          </p:cNvPicPr>
          <p:nvPr/>
        </p:nvPicPr>
        <p:blipFill>
          <a:blip r:embed="rId2"/>
          <a:srcRect t="1948" b="1948"/>
          <a:stretch>
            <a:fillRect/>
          </a:stretch>
        </p:blipFill>
        <p:spPr>
          <a:xfrm>
            <a:off x="3448921" y="3526695"/>
            <a:ext cx="2508430" cy="2407266"/>
          </a:xfrm>
          <a:prstGeom prst="rect">
            <a:avLst/>
          </a:prstGeom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1" name="Picture 20" descr="A close up of a black cable&#10;&#10;Description automatically generated"/>
          <p:cNvPicPr>
            <a:picLocks noChangeAspect="1"/>
          </p:cNvPicPr>
          <p:nvPr/>
        </p:nvPicPr>
        <p:blipFill rotWithShape="1">
          <a:blip r:embed="rId3"/>
          <a:srcRect l="2685"/>
          <a:stretch>
            <a:fillRect/>
          </a:stretch>
        </p:blipFill>
        <p:spPr>
          <a:xfrm>
            <a:off x="6692093" y="3526695"/>
            <a:ext cx="2468225" cy="2407266"/>
          </a:xfrm>
          <a:prstGeom prst="rect">
            <a:avLst/>
          </a:prstGeom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7" name="Subtitle 2"/>
          <p:cNvSpPr txBox="1"/>
          <p:nvPr/>
        </p:nvSpPr>
        <p:spPr>
          <a:xfrm>
            <a:off x="687051" y="2951838"/>
            <a:ext cx="1725580" cy="3421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i="1" dirty="0">
                <a:solidFill>
                  <a:schemeClr val="tx1"/>
                </a:solidFill>
              </a:rPr>
              <a:t>Speaker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9" name="Subtitle 2"/>
          <p:cNvSpPr txBox="1"/>
          <p:nvPr/>
        </p:nvSpPr>
        <p:spPr>
          <a:xfrm>
            <a:off x="3592983" y="2951433"/>
            <a:ext cx="2790664" cy="4198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i="1" dirty="0"/>
              <a:t>Bread Board</a:t>
            </a:r>
            <a:endParaRPr lang="en-US" sz="2800" i="1" dirty="0"/>
          </a:p>
        </p:txBody>
      </p:sp>
      <p:sp>
        <p:nvSpPr>
          <p:cNvPr id="14" name="TextBox 13"/>
          <p:cNvSpPr txBox="1"/>
          <p:nvPr/>
        </p:nvSpPr>
        <p:spPr>
          <a:xfrm>
            <a:off x="6892849" y="2893593"/>
            <a:ext cx="217705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i="1" dirty="0"/>
              <a:t>Audio Jack</a:t>
            </a:r>
            <a:endParaRPr lang="en-US" sz="2800" i="1" dirty="0"/>
          </a:p>
        </p:txBody>
      </p:sp>
      <p:pic>
        <p:nvPicPr>
          <p:cNvPr id="3" name="Picture 2" descr="A group of electronic components&#10;&#10;Description automatically generated"/>
          <p:cNvPicPr>
            <a:picLocks noChangeAspect="1"/>
          </p:cNvPicPr>
          <p:nvPr/>
        </p:nvPicPr>
        <p:blipFill rotWithShape="1">
          <a:blip r:embed="rId4"/>
          <a:srcRect t="-255" r="56424" b="-368"/>
          <a:stretch>
            <a:fillRect/>
          </a:stretch>
        </p:blipFill>
        <p:spPr>
          <a:xfrm>
            <a:off x="10085916" y="3491442"/>
            <a:ext cx="1587502" cy="24408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969499" y="2952750"/>
            <a:ext cx="18224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US" sz="2800" i="1" dirty="0"/>
              <a:t>Capacitor</a:t>
            </a:r>
            <a:endParaRPr lang="en-US" sz="2800" i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0">
        <p14:reveal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9" grpId="0"/>
      <p:bldP spid="14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6" name="Rectangle 9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8" name="Rectangle 9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00" name="Group 99"/>
          <p:cNvGrpSpPr>
            <a:grpSpLocks noGrp="1" noRot="1" noChangeAspect="1" noMove="1" noResize="1" noUngrp="1"/>
          </p:cNvGrpSpPr>
          <p:nvPr/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01" name="Straight Connector 100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1" name="Right Triangle 13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>
            <a:off x="5927904" y="-277984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Freeform: Shape 13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670974" y="18229"/>
            <a:ext cx="1531425" cy="1690858"/>
          </a:xfrm>
          <a:custGeom>
            <a:avLst/>
            <a:gdLst>
              <a:gd name="connsiteX0" fmla="*/ 0 w 1531425"/>
              <a:gd name="connsiteY0" fmla="*/ 0 h 1690858"/>
              <a:gd name="connsiteX1" fmla="*/ 858204 w 1531425"/>
              <a:gd name="connsiteY1" fmla="*/ 0 h 1690858"/>
              <a:gd name="connsiteX2" fmla="*/ 867945 w 1531425"/>
              <a:gd name="connsiteY2" fmla="*/ 26613 h 1690858"/>
              <a:gd name="connsiteX3" fmla="*/ 1458662 w 1531425"/>
              <a:gd name="connsiteY3" fmla="*/ 743958 h 1690858"/>
              <a:gd name="connsiteX4" fmla="*/ 1531425 w 1531425"/>
              <a:gd name="connsiteY4" fmla="*/ 788163 h 1690858"/>
              <a:gd name="connsiteX5" fmla="*/ 1531425 w 1531425"/>
              <a:gd name="connsiteY5" fmla="*/ 1690858 h 1690858"/>
              <a:gd name="connsiteX6" fmla="*/ 1416827 w 1531425"/>
              <a:gd name="connsiteY6" fmla="*/ 1648915 h 1690858"/>
              <a:gd name="connsiteX7" fmla="*/ 30947 w 1531425"/>
              <a:gd name="connsiteY7" fmla="*/ 120359 h 169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31425" h="1690858">
                <a:moveTo>
                  <a:pt x="0" y="0"/>
                </a:moveTo>
                <a:lnTo>
                  <a:pt x="858204" y="0"/>
                </a:lnTo>
                <a:lnTo>
                  <a:pt x="867945" y="26613"/>
                </a:lnTo>
                <a:cubicBezTo>
                  <a:pt x="991702" y="319208"/>
                  <a:pt x="1198442" y="568157"/>
                  <a:pt x="1458662" y="743958"/>
                </a:cubicBezTo>
                <a:lnTo>
                  <a:pt x="1531425" y="788163"/>
                </a:lnTo>
                <a:lnTo>
                  <a:pt x="1531425" y="1690858"/>
                </a:lnTo>
                <a:lnTo>
                  <a:pt x="1416827" y="1648915"/>
                </a:lnTo>
                <a:cubicBezTo>
                  <a:pt x="757474" y="1370032"/>
                  <a:pt x="245650" y="810649"/>
                  <a:pt x="30947" y="120359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571" y="182667"/>
            <a:ext cx="10019830" cy="1644538"/>
          </a:xfrm>
        </p:spPr>
        <p:txBody>
          <a:bodyPr anchor="b">
            <a:normAutofit/>
          </a:bodyPr>
          <a:lstStyle/>
          <a:p>
            <a:pPr algn="ctr"/>
            <a:r>
              <a:rPr lang="en-US" b="1" dirty="0">
                <a:solidFill>
                  <a:schemeClr val="tx2">
                    <a:alpha val="80000"/>
                  </a:schemeClr>
                </a:solidFill>
              </a:rPr>
              <a:t>Project Components</a:t>
            </a:r>
            <a:endParaRPr lang="en-US" dirty="0">
              <a:solidFill>
                <a:schemeClr val="tx2">
                  <a:alpha val="80000"/>
                </a:schemeClr>
              </a:solidFill>
            </a:endParaRPr>
          </a:p>
          <a:p>
            <a:pPr algn="ctr"/>
            <a:endParaRPr lang="en-US">
              <a:solidFill>
                <a:schemeClr val="tx2">
                  <a:alpha val="80000"/>
                </a:schemeClr>
              </a:solidFill>
              <a:cs typeface="Posterama"/>
            </a:endParaRPr>
          </a:p>
        </p:txBody>
      </p:sp>
      <p:sp>
        <p:nvSpPr>
          <p:cNvPr id="135" name="Freeform: Shape 1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0399" y="4554328"/>
            <a:ext cx="12216094" cy="2303672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19" name="Picture 18" descr="A yellow and green battery&#10;&#10;Description automatically generated"/>
          <p:cNvPicPr>
            <a:picLocks noChangeAspect="1"/>
          </p:cNvPicPr>
          <p:nvPr/>
        </p:nvPicPr>
        <p:blipFill>
          <a:blip r:embed="rId1"/>
          <a:srcRect t="1948" b="1948"/>
          <a:stretch>
            <a:fillRect/>
          </a:stretch>
        </p:blipFill>
        <p:spPr>
          <a:xfrm>
            <a:off x="710425" y="3540651"/>
            <a:ext cx="2965164" cy="2866515"/>
          </a:xfrm>
          <a:prstGeom prst="rect">
            <a:avLst/>
          </a:prstGeom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8" name="Content Placeholder 17" descr="A close-up of a resistor&#10;&#10;Description automatically generated"/>
          <p:cNvPicPr>
            <a:picLocks noChangeAspect="1"/>
          </p:cNvPicPr>
          <p:nvPr/>
        </p:nvPicPr>
        <p:blipFill>
          <a:blip r:embed="rId2"/>
          <a:srcRect l="17455" r="17455"/>
          <a:stretch>
            <a:fillRect/>
          </a:stretch>
        </p:blipFill>
        <p:spPr>
          <a:xfrm>
            <a:off x="8667432" y="3544508"/>
            <a:ext cx="2771857" cy="2768823"/>
          </a:xfrm>
          <a:prstGeom prst="rect">
            <a:avLst/>
          </a:prstGeom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" name="Picture 3" descr="A diagram of a transistor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160" y="3499001"/>
            <a:ext cx="3222380" cy="28697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06769" y="3409461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894384" y="2842845"/>
            <a:ext cx="274319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800" i="1" dirty="0"/>
              <a:t>NPN Transistor</a:t>
            </a:r>
            <a:endParaRPr lang="en-US" sz="2800" i="1" dirty="0"/>
          </a:p>
        </p:txBody>
      </p:sp>
      <p:sp>
        <p:nvSpPr>
          <p:cNvPr id="11" name="Subtitle 2"/>
          <p:cNvSpPr txBox="1"/>
          <p:nvPr/>
        </p:nvSpPr>
        <p:spPr>
          <a:xfrm>
            <a:off x="1407960" y="2841120"/>
            <a:ext cx="1725580" cy="3421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i="1" dirty="0"/>
              <a:t>Battery</a:t>
            </a:r>
            <a:endParaRPr lang="en-US" sz="2800" i="1" dirty="0"/>
          </a:p>
        </p:txBody>
      </p:sp>
      <p:sp>
        <p:nvSpPr>
          <p:cNvPr id="12" name="TextBox 11"/>
          <p:cNvSpPr txBox="1"/>
          <p:nvPr/>
        </p:nvSpPr>
        <p:spPr>
          <a:xfrm>
            <a:off x="9300308" y="2881922"/>
            <a:ext cx="274319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US" sz="2800" i="1" dirty="0"/>
              <a:t>Resistor</a:t>
            </a:r>
            <a:endParaRPr lang="en-US" sz="2800" i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0">
        <p14:reveal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Right Tri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>
            <a:off x="422269" y="-284218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178446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/>
          <p:cNvGrpSpPr>
            <a:grpSpLocks noGrp="1" noRot="1" noChangeAspect="1" noMove="1" noResize="1" noUngrp="1"/>
          </p:cNvGrpSpPr>
          <p:nvPr/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728906"/>
            <a:ext cx="4712534" cy="5516051"/>
          </a:xfrm>
        </p:spPr>
        <p:txBody>
          <a:bodyPr anchor="t">
            <a:normAutofit/>
          </a:bodyPr>
          <a:lstStyle/>
          <a:p>
            <a:r>
              <a:rPr lang="en-US" b="1">
                <a:solidFill>
                  <a:schemeClr val="tx2"/>
                </a:solidFill>
              </a:rPr>
              <a:t>Circuit Diagram</a:t>
            </a:r>
            <a:endParaRPr lang="en-US">
              <a:solidFill>
                <a:schemeClr val="tx2"/>
              </a:solidFill>
            </a:endParaRPr>
          </a:p>
          <a:p>
            <a:endParaRPr lang="en-US">
              <a:solidFill>
                <a:schemeClr val="tx2"/>
              </a:solidFill>
              <a:cs typeface="Postera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8459" y="728906"/>
            <a:ext cx="5813687" cy="55454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Here's a visual representation of our Simple Basic Audio Amplifier. Note the Op-Amps and the strategic placement of capacitors for signal coupling and filtering.</a:t>
            </a:r>
            <a:endParaRPr lang="en-US" sz="1800" dirty="0">
              <a:solidFill>
                <a:schemeClr val="tx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54" y="1596292"/>
            <a:ext cx="4915876" cy="4915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0">
        <p14:reveal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9" name="Rectangle 20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10" name="Rectangle 20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11" name="Right Triangle 2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3500000">
            <a:off x="-260136" y="1542777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Flowchart: Document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26328 h 47652"/>
              <a:gd name="connsiteX1-3" fmla="*/ 21562 w 21600"/>
              <a:gd name="connsiteY1-4" fmla="*/ 0 h 47652"/>
              <a:gd name="connsiteX2-5" fmla="*/ 21600 w 21600"/>
              <a:gd name="connsiteY2-6" fmla="*/ 43650 h 47652"/>
              <a:gd name="connsiteX3-7" fmla="*/ 0 w 21600"/>
              <a:gd name="connsiteY3-8" fmla="*/ 46500 h 47652"/>
              <a:gd name="connsiteX4-9" fmla="*/ 0 w 21600"/>
              <a:gd name="connsiteY4-10" fmla="*/ 26328 h 47652"/>
              <a:gd name="connsiteX0-11" fmla="*/ 56 w 21600"/>
              <a:gd name="connsiteY0-12" fmla="*/ 98 h 47652"/>
              <a:gd name="connsiteX1-13" fmla="*/ 21562 w 21600"/>
              <a:gd name="connsiteY1-14" fmla="*/ 0 h 47652"/>
              <a:gd name="connsiteX2-15" fmla="*/ 21600 w 21600"/>
              <a:gd name="connsiteY2-16" fmla="*/ 43650 h 47652"/>
              <a:gd name="connsiteX3-17" fmla="*/ 0 w 21600"/>
              <a:gd name="connsiteY3-18" fmla="*/ 46500 h 47652"/>
              <a:gd name="connsiteX4-19" fmla="*/ 56 w 21600"/>
              <a:gd name="connsiteY4-20" fmla="*/ 98 h 47652"/>
              <a:gd name="connsiteX0-21" fmla="*/ 37 w 21600"/>
              <a:gd name="connsiteY0-22" fmla="*/ 196 h 47652"/>
              <a:gd name="connsiteX1-23" fmla="*/ 21562 w 21600"/>
              <a:gd name="connsiteY1-24" fmla="*/ 0 h 47652"/>
              <a:gd name="connsiteX2-25" fmla="*/ 21600 w 21600"/>
              <a:gd name="connsiteY2-26" fmla="*/ 43650 h 47652"/>
              <a:gd name="connsiteX3-27" fmla="*/ 0 w 21600"/>
              <a:gd name="connsiteY3-28" fmla="*/ 46500 h 47652"/>
              <a:gd name="connsiteX4-29" fmla="*/ 37 w 21600"/>
              <a:gd name="connsiteY4-30" fmla="*/ 196 h 47652"/>
              <a:gd name="connsiteX0-31" fmla="*/ 5 w 21606"/>
              <a:gd name="connsiteY0-32" fmla="*/ 196 h 47652"/>
              <a:gd name="connsiteX1-33" fmla="*/ 21568 w 21606"/>
              <a:gd name="connsiteY1-34" fmla="*/ 0 h 47652"/>
              <a:gd name="connsiteX2-35" fmla="*/ 21606 w 21606"/>
              <a:gd name="connsiteY2-36" fmla="*/ 43650 h 47652"/>
              <a:gd name="connsiteX3-37" fmla="*/ 6 w 21606"/>
              <a:gd name="connsiteY3-38" fmla="*/ 46500 h 47652"/>
              <a:gd name="connsiteX4-39" fmla="*/ 5 w 21606"/>
              <a:gd name="connsiteY4-40" fmla="*/ 196 h 47652"/>
              <a:gd name="connsiteX0-41" fmla="*/ 3 w 21642"/>
              <a:gd name="connsiteY0-42" fmla="*/ 1 h 47652"/>
              <a:gd name="connsiteX1-43" fmla="*/ 21604 w 21642"/>
              <a:gd name="connsiteY1-44" fmla="*/ 0 h 47652"/>
              <a:gd name="connsiteX2-45" fmla="*/ 21642 w 21642"/>
              <a:gd name="connsiteY2-46" fmla="*/ 43650 h 47652"/>
              <a:gd name="connsiteX3-47" fmla="*/ 42 w 21642"/>
              <a:gd name="connsiteY3-48" fmla="*/ 46500 h 47652"/>
              <a:gd name="connsiteX4-49" fmla="*/ 3 w 21642"/>
              <a:gd name="connsiteY4-50" fmla="*/ 1 h 47652"/>
              <a:gd name="connsiteX0-51" fmla="*/ 3 w 21642"/>
              <a:gd name="connsiteY0-52" fmla="*/ 0 h 47651"/>
              <a:gd name="connsiteX1-53" fmla="*/ 21623 w 21642"/>
              <a:gd name="connsiteY1-54" fmla="*/ 97 h 47651"/>
              <a:gd name="connsiteX2-55" fmla="*/ 21642 w 21642"/>
              <a:gd name="connsiteY2-56" fmla="*/ 43649 h 47651"/>
              <a:gd name="connsiteX3-57" fmla="*/ 42 w 21642"/>
              <a:gd name="connsiteY3-58" fmla="*/ 46499 h 47651"/>
              <a:gd name="connsiteX4-59" fmla="*/ 3 w 21642"/>
              <a:gd name="connsiteY4-60" fmla="*/ 0 h 47651"/>
              <a:gd name="connsiteX0-61" fmla="*/ 3 w 21642"/>
              <a:gd name="connsiteY0-62" fmla="*/ 147 h 47798"/>
              <a:gd name="connsiteX1-63" fmla="*/ 21623 w 21642"/>
              <a:gd name="connsiteY1-64" fmla="*/ 0 h 47798"/>
              <a:gd name="connsiteX2-65" fmla="*/ 21642 w 21642"/>
              <a:gd name="connsiteY2-66" fmla="*/ 43796 h 47798"/>
              <a:gd name="connsiteX3-67" fmla="*/ 42 w 21642"/>
              <a:gd name="connsiteY3-68" fmla="*/ 46646 h 47798"/>
              <a:gd name="connsiteX4-69" fmla="*/ 3 w 21642"/>
              <a:gd name="connsiteY4-70" fmla="*/ 147 h 4779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79" name="Group 178"/>
          <p:cNvGrpSpPr>
            <a:grpSpLocks noGrp="1" noRot="1" noChangeAspect="1" noMove="1" noResize="1" noUngrp="1"/>
          </p:cNvGrpSpPr>
          <p:nvPr/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80" name="Straight Connector 179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/>
            <p:cNvCxnSpPr/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/>
            <p:cNvCxnSpPr/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/>
            <p:cNvCxnSpPr/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/>
            <p:cNvCxnSpPr/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/>
            <p:cNvCxnSpPr/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732348"/>
            <a:ext cx="4419600" cy="224073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Step 1 - Connect 10k Resistors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166" name="Picture 165" descr="A close-up of a resistor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3767" y="1294732"/>
            <a:ext cx="6795701" cy="4417205"/>
          </a:xfrm>
          <a:prstGeom prst="rect">
            <a:avLst/>
          </a:prstGeom>
        </p:spPr>
      </p:pic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457201" y="3264832"/>
          <a:ext cx="4419600" cy="2983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3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41" name="Group 140"/>
          <p:cNvGrpSpPr>
            <a:grpSpLocks noGrp="1" noRot="1" noChangeAspect="1" noMove="1" noResize="1" noUngrp="1"/>
          </p:cNvGrpSpPr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2" name="Straight Connector 141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/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2" name="Freeform: Shape 17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4" name="Freeform: Shape 17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6" name="Freeform: Shape 17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78" name="Group 177"/>
          <p:cNvGrpSpPr>
            <a:grpSpLocks noGrp="1" noRot="1" noChangeAspect="1" noMove="1" noResize="1" noUngrp="1"/>
          </p:cNvGrpSpPr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79" name="Straight Connector 178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/>
            <p:cNvCxnSpPr/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/>
            <p:cNvCxnSpPr/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/>
            <p:cNvCxnSpPr/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/>
            <p:cNvCxnSpPr/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/>
            <p:cNvCxnSpPr/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/>
            <p:cNvCxnSpPr/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09" name="Rectangle 20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32" name="Picture 131" descr="A group of electronic components&#10;&#10;Description automatically generated"/>
          <p:cNvPicPr>
            <a:picLocks noChangeAspect="1"/>
          </p:cNvPicPr>
          <p:nvPr/>
        </p:nvPicPr>
        <p:blipFill rotWithShape="1">
          <a:blip r:embed="rId1"/>
          <a:srcRect b="15730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grpSp>
        <p:nvGrpSpPr>
          <p:cNvPr id="211" name="Group 210"/>
          <p:cNvGrpSpPr>
            <a:grpSpLocks noGrp="1" noRot="1" noChangeAspect="1" noMove="1" noResize="1" noUngrp="1"/>
          </p:cNvGrpSpPr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12" name="Straight Connector 211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/>
            <p:cNvCxnSpPr/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/>
            <p:cNvCxnSpPr/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/>
            <p:cNvCxnSpPr/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/>
            <p:cNvCxnSpPr/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/>
            <p:cNvCxnSpPr/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/>
            <p:cNvCxnSpPr/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/>
            <p:cNvCxnSpPr/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/>
            <p:cNvCxnSpPr/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2" name="Rectangle 2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681775"/>
            <a:ext cx="12191999" cy="5479852"/>
          </a:xfrm>
          <a:prstGeom prst="rect">
            <a:avLst/>
          </a:prstGeom>
          <a:gradFill flip="none" rotWithShape="1">
            <a:gsLst>
              <a:gs pos="50000">
                <a:schemeClr val="tx1">
                  <a:alpha val="30000"/>
                </a:schemeClr>
              </a:gs>
              <a:gs pos="80000">
                <a:schemeClr val="tx1">
                  <a:alpha val="15000"/>
                </a:schemeClr>
              </a:gs>
              <a:gs pos="0">
                <a:schemeClr val="tx1">
                  <a:alpha val="0"/>
                </a:schemeClr>
              </a:gs>
              <a:gs pos="20000">
                <a:schemeClr val="tx1">
                  <a:alpha val="15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728905"/>
            <a:ext cx="9144000" cy="318427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dirty="0"/>
              <a:t>Step 2 - Connect Capacitor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4072044"/>
            <a:ext cx="9144000" cy="149537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200" kern="1200" dirty="0">
                <a:latin typeface="+mn-lt"/>
                <a:ea typeface="+mn-ea"/>
                <a:cs typeface="+mn-cs"/>
              </a:rPr>
              <a:t>Connect the (-</a:t>
            </a:r>
            <a:r>
              <a:rPr lang="en-US" sz="2200" kern="1200" dirty="0" err="1">
                <a:latin typeface="+mn-lt"/>
                <a:ea typeface="+mn-ea"/>
                <a:cs typeface="+mn-cs"/>
              </a:rPr>
              <a:t>ve</a:t>
            </a:r>
            <a:r>
              <a:rPr lang="en-US" sz="2200" kern="1200" dirty="0">
                <a:latin typeface="+mn-lt"/>
                <a:ea typeface="+mn-ea"/>
                <a:cs typeface="+mn-cs"/>
              </a:rPr>
              <a:t>) side of the Capacitor to the Transistor's base.</a:t>
            </a:r>
            <a:endParaRPr lang="en-US" sz="22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ight Tri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3500000">
            <a:off x="-296085" y="1566850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>
            <a:grpSpLocks noGrp="1" noRot="1" noChangeAspect="1" noMove="1" noResize="1" noUngrp="1"/>
          </p:cNvGrpSpPr>
          <p:nvPr/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28907"/>
            <a:ext cx="4952999" cy="224417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Step 3 - Connect Audio Jack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64832"/>
            <a:ext cx="4952999" cy="300949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Connect one side of the Audio Jack to the Transistor's emitter.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Connect the other side of the Audio Jack to the (-</a:t>
            </a:r>
            <a:r>
              <a:rPr lang="en-US" sz="1800" dirty="0" err="1">
                <a:solidFill>
                  <a:schemeClr val="tx2"/>
                </a:solidFill>
                <a:ea typeface="+mn-lt"/>
                <a:cs typeface="+mn-lt"/>
              </a:rPr>
              <a:t>ve</a:t>
            </a: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) side of the Capacitor.</a:t>
            </a:r>
            <a:endParaRPr lang="en-US" sz="1800" dirty="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  <p:pic>
        <p:nvPicPr>
          <p:cNvPr id="5" name="Picture 4" descr="A close up of a black cable&#10;&#10;Description automatically generated"/>
          <p:cNvPicPr>
            <a:picLocks noChangeAspect="1"/>
          </p:cNvPicPr>
          <p:nvPr/>
        </p:nvPicPr>
        <p:blipFill rotWithShape="1">
          <a:blip r:embed="rId1"/>
          <a:srcRect l="6851" r="168"/>
          <a:stretch>
            <a:fillRect/>
          </a:stretch>
        </p:blipFill>
        <p:spPr>
          <a:xfrm>
            <a:off x="5441478" y="1"/>
            <a:ext cx="6750502" cy="6862230"/>
          </a:xfrm>
          <a:custGeom>
            <a:avLst/>
            <a:gdLst/>
            <a:ahLst/>
            <a:cxnLst/>
            <a:rect l="l" t="t" r="r" b="b"/>
            <a:pathLst>
              <a:path w="5923149" h="6857997">
                <a:moveTo>
                  <a:pt x="320173" y="0"/>
                </a:moveTo>
                <a:lnTo>
                  <a:pt x="5923149" y="0"/>
                </a:lnTo>
                <a:lnTo>
                  <a:pt x="5923149" y="6857997"/>
                </a:lnTo>
                <a:lnTo>
                  <a:pt x="1111789" y="6857997"/>
                </a:lnTo>
                <a:lnTo>
                  <a:pt x="1106562" y="6546368"/>
                </a:lnTo>
                <a:cubicBezTo>
                  <a:pt x="1000021" y="3425651"/>
                  <a:pt x="-688878" y="3321843"/>
                  <a:pt x="320173" y="0"/>
                </a:cubicBezTo>
                <a:close/>
              </a:path>
            </a:pathLst>
          </a:custGeom>
        </p:spPr>
      </p:pic>
    </p:spTree>
  </p:cSld>
  <p:clrMapOvr>
    <a:masterClrMapping/>
  </p:clrMapOvr>
  <p:transition spd="med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ight Tri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3500000">
            <a:off x="-296085" y="1566850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>
            <a:grpSpLocks noGrp="1" noRot="1" noChangeAspect="1" noMove="1" noResize="1" noUngrp="1"/>
          </p:cNvGrpSpPr>
          <p:nvPr/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28907"/>
            <a:ext cx="4952999" cy="224417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Step 4 - Connect Audio Speaker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64832"/>
            <a:ext cx="4952999" cy="300949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Connect the (-</a:t>
            </a:r>
            <a:r>
              <a:rPr lang="en-US" sz="1800" dirty="0" err="1">
                <a:solidFill>
                  <a:schemeClr val="tx2"/>
                </a:solidFill>
                <a:ea typeface="+mn-lt"/>
                <a:cs typeface="+mn-lt"/>
              </a:rPr>
              <a:t>ve</a:t>
            </a: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) side of the Audio Speaker to the Transistor's Collector.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Connect the (+</a:t>
            </a:r>
            <a:r>
              <a:rPr lang="en-US" sz="1800" dirty="0" err="1">
                <a:solidFill>
                  <a:schemeClr val="tx2"/>
                </a:solidFill>
                <a:ea typeface="+mn-lt"/>
                <a:cs typeface="+mn-lt"/>
              </a:rPr>
              <a:t>ve</a:t>
            </a: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) side of the Audio Speaker to the (-</a:t>
            </a:r>
            <a:r>
              <a:rPr lang="en-US" sz="1800" dirty="0" err="1">
                <a:solidFill>
                  <a:schemeClr val="tx2"/>
                </a:solidFill>
                <a:ea typeface="+mn-lt"/>
                <a:cs typeface="+mn-lt"/>
              </a:rPr>
              <a:t>ve</a:t>
            </a: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) side of the 9V Battery.</a:t>
            </a:r>
            <a:endParaRPr lang="en-US" sz="1800" dirty="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  <p:pic>
        <p:nvPicPr>
          <p:cNvPr id="5" name="Picture 4" descr="A black speaker with a round center&#10;&#10;Description automatically generated"/>
          <p:cNvPicPr>
            <a:picLocks noChangeAspect="1"/>
          </p:cNvPicPr>
          <p:nvPr/>
        </p:nvPicPr>
        <p:blipFill rotWithShape="1">
          <a:blip r:embed="rId1"/>
          <a:srcRect l="7088" r="7266" b="9414"/>
          <a:stretch>
            <a:fillRect/>
          </a:stretch>
        </p:blipFill>
        <p:spPr>
          <a:xfrm>
            <a:off x="5716645" y="1"/>
            <a:ext cx="6480483" cy="6861837"/>
          </a:xfrm>
          <a:custGeom>
            <a:avLst/>
            <a:gdLst/>
            <a:ahLst/>
            <a:cxnLst/>
            <a:rect l="l" t="t" r="r" b="b"/>
            <a:pathLst>
              <a:path w="5923149" h="6857997">
                <a:moveTo>
                  <a:pt x="320173" y="0"/>
                </a:moveTo>
                <a:lnTo>
                  <a:pt x="5923149" y="0"/>
                </a:lnTo>
                <a:lnTo>
                  <a:pt x="5923149" y="6857997"/>
                </a:lnTo>
                <a:lnTo>
                  <a:pt x="1111789" y="6857997"/>
                </a:lnTo>
                <a:lnTo>
                  <a:pt x="1106562" y="6546368"/>
                </a:lnTo>
                <a:cubicBezTo>
                  <a:pt x="1000021" y="3425651"/>
                  <a:pt x="-688878" y="3321843"/>
                  <a:pt x="320173" y="0"/>
                </a:cubicBezTo>
                <a:close/>
              </a:path>
            </a:pathLst>
          </a:cu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ight Tri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3500000">
            <a:off x="-296085" y="1566850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>
            <a:grpSpLocks noGrp="1" noRot="1" noChangeAspect="1" noMove="1" noResize="1" noUngrp="1"/>
          </p:cNvGrpSpPr>
          <p:nvPr/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6" name="Straight Connector 1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28907"/>
            <a:ext cx="4952999" cy="2244176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tx2"/>
                </a:solidFill>
              </a:rPr>
              <a:t>Step 5 - Connect 9V Battery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64832"/>
            <a:ext cx="4952999" cy="300949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Connect the (+ve) side of the 9V Battery to the (+ve) side of the Audio Speaker.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Connect the (-ve) side of the 9V Battery to the Transistor's Emitter.</a:t>
            </a: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  <p:pic>
        <p:nvPicPr>
          <p:cNvPr id="5" name="Picture 4" descr="A yellow and green battery&#10;&#10;Description automatically generated"/>
          <p:cNvPicPr>
            <a:picLocks noChangeAspect="1"/>
          </p:cNvPicPr>
          <p:nvPr/>
        </p:nvPicPr>
        <p:blipFill rotWithShape="1">
          <a:blip r:embed="rId1"/>
          <a:srcRect l="7016" r="7016"/>
          <a:stretch>
            <a:fillRect/>
          </a:stretch>
        </p:blipFill>
        <p:spPr>
          <a:xfrm>
            <a:off x="6315525" y="0"/>
            <a:ext cx="5899302" cy="6862230"/>
          </a:xfrm>
          <a:custGeom>
            <a:avLst/>
            <a:gdLst/>
            <a:ahLst/>
            <a:cxnLst/>
            <a:rect l="l" t="t" r="r" b="b"/>
            <a:pathLst>
              <a:path w="5923149" h="6857997">
                <a:moveTo>
                  <a:pt x="320173" y="0"/>
                </a:moveTo>
                <a:lnTo>
                  <a:pt x="5923149" y="0"/>
                </a:lnTo>
                <a:lnTo>
                  <a:pt x="5923149" y="6857997"/>
                </a:lnTo>
                <a:lnTo>
                  <a:pt x="1111789" y="6857997"/>
                </a:lnTo>
                <a:lnTo>
                  <a:pt x="1106562" y="6546368"/>
                </a:lnTo>
                <a:cubicBezTo>
                  <a:pt x="1000021" y="3425651"/>
                  <a:pt x="-688878" y="3321843"/>
                  <a:pt x="320173" y="0"/>
                </a:cubicBez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peaker and battery on a circuit board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/>
          <p:cNvSpPr txBox="1"/>
          <p:nvPr/>
        </p:nvSpPr>
        <p:spPr>
          <a:xfrm>
            <a:off x="103239" y="206477"/>
            <a:ext cx="349536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4800" b="1" dirty="0"/>
              <a:t>Final Setup</a:t>
            </a:r>
            <a:endParaRPr lang="en-US" sz="4800" b="1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prestige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Rectangle 30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306" name="Group 305"/>
          <p:cNvGrpSpPr>
            <a:grpSpLocks noGrp="1" noRot="1" noChangeAspect="1" noMove="1" noResize="1" noUngrp="1"/>
          </p:cNvGrpSpPr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307" name="Straight Connector 306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/>
            <p:cNvCxnSpPr/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/>
            <p:cNvCxnSpPr/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/>
            <p:cNvCxnSpPr/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/>
            <p:cNvCxnSpPr/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/>
            <p:cNvCxnSpPr/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/>
            <p:cNvCxnSpPr/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/>
            <p:cNvCxnSpPr/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/>
            <p:cNvCxnSpPr/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/>
            <p:cNvCxnSpPr/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/>
            <p:cNvCxnSpPr/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/>
            <p:cNvCxnSpPr/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/>
            <p:cNvCxnSpPr/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/>
            <p:cNvCxnSpPr/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/>
            <p:cNvCxnSpPr/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/>
            <p:cNvCxnSpPr/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/>
            <p:cNvCxnSpPr/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/>
            <p:cNvCxnSpPr/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/>
            <p:cNvCxnSpPr/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/>
            <p:cNvCxnSpPr/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/>
            <p:cNvCxnSpPr/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/>
            <p:cNvCxnSpPr/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/>
            <p:cNvCxnSpPr/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7" name="Freeform: Shape 3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9" name="Freeform: Shape 33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1" name="Rectangle 34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343" name="Group 342"/>
          <p:cNvGrpSpPr>
            <a:grpSpLocks noGrp="1" noRot="1" noChangeAspect="1" noMove="1" noResize="1" noUngrp="1"/>
          </p:cNvGrpSpPr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344" name="Straight Connector 343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/>
            <p:cNvCxnSpPr/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/>
            <p:cNvCxnSpPr/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/>
            <p:cNvCxnSpPr/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/>
            <p:cNvCxnSpPr/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/>
            <p:cNvCxnSpPr/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/>
            <p:cNvCxnSpPr/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/>
            <p:cNvCxnSpPr/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/>
            <p:cNvCxnSpPr/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/>
            <p:cNvCxnSpPr/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/>
            <p:cNvCxnSpPr/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/>
            <p:cNvCxnSpPr/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/>
            <p:cNvCxnSpPr/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/>
            <p:cNvCxnSpPr/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/>
            <p:cNvCxnSpPr/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/>
            <p:cNvCxnSpPr/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/>
            <p:cNvCxnSpPr/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/>
            <p:cNvCxnSpPr/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/>
            <p:cNvCxnSpPr/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/>
            <p:cNvCxnSpPr/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/>
            <p:cNvCxnSpPr/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/>
            <p:cNvCxnSpPr/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/>
            <p:cNvCxnSpPr/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4" name="Freeform: Shape 37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376" name="Group 375"/>
          <p:cNvGrpSpPr>
            <a:grpSpLocks noGrp="1" noRot="1" noChangeAspect="1" noMove="1" noResize="1" noUngrp="1"/>
          </p:cNvGrpSpPr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377" name="Straight Connector 376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/>
            <p:cNvCxnSpPr/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/>
            <p:cNvCxnSpPr/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/>
            <p:cNvCxnSpPr/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/>
            <p:cNvCxnSpPr/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/>
            <p:cNvCxnSpPr/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/>
            <p:cNvCxnSpPr/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/>
            <p:cNvCxnSpPr/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/>
            <p:cNvCxnSpPr/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/>
            <p:cNvCxnSpPr/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/>
            <p:cNvCxnSpPr/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/>
            <p:cNvCxnSpPr/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392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/>
            <p:cNvCxnSpPr/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Connector 394"/>
            <p:cNvCxnSpPr/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/>
            <p:cNvCxnSpPr/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/>
            <p:cNvCxnSpPr/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/>
            <p:cNvCxnSpPr/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/>
            <p:cNvCxnSpPr/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/>
            <p:cNvCxnSpPr/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/>
            <p:cNvCxnSpPr/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/>
            <p:cNvCxnSpPr/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/>
            <p:cNvCxnSpPr/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/>
            <p:cNvCxnSpPr/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407" name="Rectangle 40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09" name="Rectangle 40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11" name="Right Triangle 4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3500000">
            <a:off x="-265270" y="1555699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3" name="Freeform: Shape 4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3252" y="4554328"/>
            <a:ext cx="12178450" cy="2303672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5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15" name="Group 414"/>
          <p:cNvGrpSpPr>
            <a:grpSpLocks noGrp="1" noRot="1" noChangeAspect="1" noMove="1" noResize="1" noUngrp="1"/>
          </p:cNvGrpSpPr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16" name="Straight Connector 41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7" name="Straight Connector 41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8" name="Straight Connector 41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9" name="Straight Connector 41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0" name="Straight Connector 419"/>
            <p:cNvCxnSpPr/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1" name="Straight Connector 420"/>
            <p:cNvCxnSpPr/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2" name="Straight Connector 421"/>
            <p:cNvCxnSpPr/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3" name="Straight Connector 422"/>
            <p:cNvCxnSpPr/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4" name="Straight Connector 423"/>
            <p:cNvCxnSpPr/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5" name="Straight Connector 424"/>
            <p:cNvCxnSpPr/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6" name="Straight Connector 425"/>
            <p:cNvCxnSpPr/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7" name="Straight Connector 426"/>
            <p:cNvCxnSpPr/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8" name="Straight Connector 427"/>
            <p:cNvCxnSpPr/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9" name="Straight Connector 428"/>
            <p:cNvCxnSpPr/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0" name="Straight Connector 429"/>
            <p:cNvCxnSpPr/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1" name="Straight Connector 43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2" name="Straight Connector 43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3" name="Straight Connector 432"/>
            <p:cNvCxnSpPr/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4" name="Straight Connector 433"/>
            <p:cNvCxnSpPr/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5" name="Straight Connector 434"/>
            <p:cNvCxnSpPr/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6" name="Straight Connector 435"/>
            <p:cNvCxnSpPr/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7" name="Straight Connector 436"/>
            <p:cNvCxnSpPr/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8" name="Straight Connector 437"/>
            <p:cNvCxnSpPr/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9" name="Straight Connector 438"/>
            <p:cNvCxnSpPr/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0" name="Straight Connector 439"/>
            <p:cNvCxnSpPr/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1" name="Straight Connector 440"/>
            <p:cNvCxnSpPr/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2" name="Straight Connector 441"/>
            <p:cNvCxnSpPr/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3" name="Straight Connector 44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4" name="Straight Connector 443"/>
            <p:cNvCxnSpPr/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406" y="574790"/>
            <a:ext cx="5711891" cy="803683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5400" dirty="0"/>
              <a:t>SIMULATION VIEW</a:t>
            </a:r>
            <a:endParaRPr lang="en-US" sz="5400" dirty="0"/>
          </a:p>
        </p:txBody>
      </p:sp>
      <p:pic>
        <p:nvPicPr>
          <p:cNvPr id="5" name="Picture 4" descr="A screenshot of a computer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" y="1910080"/>
            <a:ext cx="10017760" cy="4693920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  <a:headEnd/>
            <a:tailEnd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win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1" name="Rectangle 9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2" name="Rectangle 9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208613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3" name="Rectangle 9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2"/>
            <a:ext cx="1220861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4" name="Right Triangle 9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>
            <a:off x="408102" y="-284146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/>
          <p:cNvGrpSpPr>
            <a:grpSpLocks noGrp="1" noRot="1" noChangeAspect="1" noMove="1" noResize="1" noUngrp="1"/>
          </p:cNvGrpSpPr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0" name="Straight Connector 59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720772"/>
            <a:ext cx="3733078" cy="5531079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Benefits:</a:t>
            </a:r>
            <a:endParaRPr lang="en-US" dirty="0"/>
          </a:p>
        </p:txBody>
      </p:sp>
      <p:sp>
        <p:nvSpPr>
          <p:cNvPr id="90" name="Flowchart: Document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4848276" y="-294059"/>
            <a:ext cx="6858001" cy="7789015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26328 h 47652"/>
              <a:gd name="connsiteX1-3" fmla="*/ 21562 w 21600"/>
              <a:gd name="connsiteY1-4" fmla="*/ 0 h 47652"/>
              <a:gd name="connsiteX2-5" fmla="*/ 21600 w 21600"/>
              <a:gd name="connsiteY2-6" fmla="*/ 43650 h 47652"/>
              <a:gd name="connsiteX3-7" fmla="*/ 0 w 21600"/>
              <a:gd name="connsiteY3-8" fmla="*/ 46500 h 47652"/>
              <a:gd name="connsiteX4-9" fmla="*/ 0 w 21600"/>
              <a:gd name="connsiteY4-10" fmla="*/ 26328 h 47652"/>
              <a:gd name="connsiteX0-11" fmla="*/ 56 w 21600"/>
              <a:gd name="connsiteY0-12" fmla="*/ 98 h 47652"/>
              <a:gd name="connsiteX1-13" fmla="*/ 21562 w 21600"/>
              <a:gd name="connsiteY1-14" fmla="*/ 0 h 47652"/>
              <a:gd name="connsiteX2-15" fmla="*/ 21600 w 21600"/>
              <a:gd name="connsiteY2-16" fmla="*/ 43650 h 47652"/>
              <a:gd name="connsiteX3-17" fmla="*/ 0 w 21600"/>
              <a:gd name="connsiteY3-18" fmla="*/ 46500 h 47652"/>
              <a:gd name="connsiteX4-19" fmla="*/ 56 w 21600"/>
              <a:gd name="connsiteY4-20" fmla="*/ 98 h 47652"/>
              <a:gd name="connsiteX0-21" fmla="*/ 37 w 21600"/>
              <a:gd name="connsiteY0-22" fmla="*/ 196 h 47652"/>
              <a:gd name="connsiteX1-23" fmla="*/ 21562 w 21600"/>
              <a:gd name="connsiteY1-24" fmla="*/ 0 h 47652"/>
              <a:gd name="connsiteX2-25" fmla="*/ 21600 w 21600"/>
              <a:gd name="connsiteY2-26" fmla="*/ 43650 h 47652"/>
              <a:gd name="connsiteX3-27" fmla="*/ 0 w 21600"/>
              <a:gd name="connsiteY3-28" fmla="*/ 46500 h 47652"/>
              <a:gd name="connsiteX4-29" fmla="*/ 37 w 21600"/>
              <a:gd name="connsiteY4-30" fmla="*/ 196 h 47652"/>
              <a:gd name="connsiteX0-31" fmla="*/ 5 w 21606"/>
              <a:gd name="connsiteY0-32" fmla="*/ 196 h 47652"/>
              <a:gd name="connsiteX1-33" fmla="*/ 21568 w 21606"/>
              <a:gd name="connsiteY1-34" fmla="*/ 0 h 47652"/>
              <a:gd name="connsiteX2-35" fmla="*/ 21606 w 21606"/>
              <a:gd name="connsiteY2-36" fmla="*/ 43650 h 47652"/>
              <a:gd name="connsiteX3-37" fmla="*/ 6 w 21606"/>
              <a:gd name="connsiteY3-38" fmla="*/ 46500 h 47652"/>
              <a:gd name="connsiteX4-39" fmla="*/ 5 w 21606"/>
              <a:gd name="connsiteY4-40" fmla="*/ 196 h 47652"/>
              <a:gd name="connsiteX0-41" fmla="*/ 3 w 21642"/>
              <a:gd name="connsiteY0-42" fmla="*/ 1 h 47652"/>
              <a:gd name="connsiteX1-43" fmla="*/ 21604 w 21642"/>
              <a:gd name="connsiteY1-44" fmla="*/ 0 h 47652"/>
              <a:gd name="connsiteX2-45" fmla="*/ 21642 w 21642"/>
              <a:gd name="connsiteY2-46" fmla="*/ 43650 h 47652"/>
              <a:gd name="connsiteX3-47" fmla="*/ 42 w 21642"/>
              <a:gd name="connsiteY3-48" fmla="*/ 46500 h 47652"/>
              <a:gd name="connsiteX4-49" fmla="*/ 3 w 21642"/>
              <a:gd name="connsiteY4-50" fmla="*/ 1 h 47652"/>
              <a:gd name="connsiteX0-51" fmla="*/ 3 w 21642"/>
              <a:gd name="connsiteY0-52" fmla="*/ 0 h 47651"/>
              <a:gd name="connsiteX1-53" fmla="*/ 21623 w 21642"/>
              <a:gd name="connsiteY1-54" fmla="*/ 97 h 47651"/>
              <a:gd name="connsiteX2-55" fmla="*/ 21642 w 21642"/>
              <a:gd name="connsiteY2-56" fmla="*/ 43649 h 47651"/>
              <a:gd name="connsiteX3-57" fmla="*/ 42 w 21642"/>
              <a:gd name="connsiteY3-58" fmla="*/ 46499 h 47651"/>
              <a:gd name="connsiteX4-59" fmla="*/ 3 w 21642"/>
              <a:gd name="connsiteY4-60" fmla="*/ 0 h 47651"/>
              <a:gd name="connsiteX0-61" fmla="*/ 3 w 21642"/>
              <a:gd name="connsiteY0-62" fmla="*/ 147 h 47798"/>
              <a:gd name="connsiteX1-63" fmla="*/ 21623 w 21642"/>
              <a:gd name="connsiteY1-64" fmla="*/ 0 h 47798"/>
              <a:gd name="connsiteX2-65" fmla="*/ 21642 w 21642"/>
              <a:gd name="connsiteY2-66" fmla="*/ 43796 h 47798"/>
              <a:gd name="connsiteX3-67" fmla="*/ 42 w 21642"/>
              <a:gd name="connsiteY3-68" fmla="*/ 46646 h 47798"/>
              <a:gd name="connsiteX4-69" fmla="*/ 3 w 21642"/>
              <a:gd name="connsiteY4-70" fmla="*/ 147 h 47798"/>
              <a:gd name="connsiteX0-71" fmla="*/ 17 w 21656"/>
              <a:gd name="connsiteY0-72" fmla="*/ 147 h 47742"/>
              <a:gd name="connsiteX1-73" fmla="*/ 21637 w 21656"/>
              <a:gd name="connsiteY1-74" fmla="*/ 0 h 47742"/>
              <a:gd name="connsiteX2-75" fmla="*/ 21656 w 21656"/>
              <a:gd name="connsiteY2-76" fmla="*/ 43796 h 47742"/>
              <a:gd name="connsiteX3-77" fmla="*/ 0 w 21656"/>
              <a:gd name="connsiteY3-78" fmla="*/ 46582 h 47742"/>
              <a:gd name="connsiteX4-79" fmla="*/ 17 w 21656"/>
              <a:gd name="connsiteY4-80" fmla="*/ 147 h 47742"/>
              <a:gd name="connsiteX0-81" fmla="*/ 17 w 21663"/>
              <a:gd name="connsiteY0-82" fmla="*/ 73 h 47668"/>
              <a:gd name="connsiteX1-83" fmla="*/ 21663 w 21663"/>
              <a:gd name="connsiteY1-84" fmla="*/ 0 h 47668"/>
              <a:gd name="connsiteX2-85" fmla="*/ 21656 w 21663"/>
              <a:gd name="connsiteY2-86" fmla="*/ 43722 h 47668"/>
              <a:gd name="connsiteX3-87" fmla="*/ 0 w 21663"/>
              <a:gd name="connsiteY3-88" fmla="*/ 46508 h 47668"/>
              <a:gd name="connsiteX4-89" fmla="*/ 17 w 21663"/>
              <a:gd name="connsiteY4-90" fmla="*/ 73 h 47668"/>
              <a:gd name="connsiteX0-91" fmla="*/ 5 w 21671"/>
              <a:gd name="connsiteY0-92" fmla="*/ 73 h 47668"/>
              <a:gd name="connsiteX1-93" fmla="*/ 21671 w 21671"/>
              <a:gd name="connsiteY1-94" fmla="*/ 0 h 47668"/>
              <a:gd name="connsiteX2-95" fmla="*/ 21664 w 21671"/>
              <a:gd name="connsiteY2-96" fmla="*/ 43722 h 47668"/>
              <a:gd name="connsiteX3-97" fmla="*/ 8 w 21671"/>
              <a:gd name="connsiteY3-98" fmla="*/ 46508 h 47668"/>
              <a:gd name="connsiteX4-99" fmla="*/ 5 w 21671"/>
              <a:gd name="connsiteY4-100" fmla="*/ 73 h 47668"/>
              <a:gd name="connsiteX0-101" fmla="*/ 5 w 21671"/>
              <a:gd name="connsiteY0-102" fmla="*/ 73 h 47668"/>
              <a:gd name="connsiteX1-103" fmla="*/ 21671 w 21671"/>
              <a:gd name="connsiteY1-104" fmla="*/ 0 h 47668"/>
              <a:gd name="connsiteX2-105" fmla="*/ 21670 w 21671"/>
              <a:gd name="connsiteY2-106" fmla="*/ 43722 h 47668"/>
              <a:gd name="connsiteX3-107" fmla="*/ 8 w 21671"/>
              <a:gd name="connsiteY3-108" fmla="*/ 46508 h 47668"/>
              <a:gd name="connsiteX4-109" fmla="*/ 5 w 21671"/>
              <a:gd name="connsiteY4-110" fmla="*/ 73 h 47668"/>
              <a:gd name="connsiteX0-111" fmla="*/ 4 w 21676"/>
              <a:gd name="connsiteY0-112" fmla="*/ 0 h 47722"/>
              <a:gd name="connsiteX1-113" fmla="*/ 21676 w 21676"/>
              <a:gd name="connsiteY1-114" fmla="*/ 54 h 47722"/>
              <a:gd name="connsiteX2-115" fmla="*/ 21675 w 21676"/>
              <a:gd name="connsiteY2-116" fmla="*/ 43776 h 47722"/>
              <a:gd name="connsiteX3-117" fmla="*/ 13 w 21676"/>
              <a:gd name="connsiteY3-118" fmla="*/ 46562 h 47722"/>
              <a:gd name="connsiteX4-119" fmla="*/ 4 w 21676"/>
              <a:gd name="connsiteY4-120" fmla="*/ 0 h 4772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1676" h="47722">
                <a:moveTo>
                  <a:pt x="4" y="0"/>
                </a:moveTo>
                <a:lnTo>
                  <a:pt x="21676" y="54"/>
                </a:lnTo>
                <a:cubicBezTo>
                  <a:pt x="21676" y="5828"/>
                  <a:pt x="21675" y="38002"/>
                  <a:pt x="21675" y="43776"/>
                </a:cubicBezTo>
                <a:cubicBezTo>
                  <a:pt x="10875" y="43776"/>
                  <a:pt x="10813" y="50312"/>
                  <a:pt x="13" y="46562"/>
                </a:cubicBezTo>
                <a:cubicBezTo>
                  <a:pt x="32" y="31095"/>
                  <a:pt x="-15" y="15467"/>
                  <a:pt x="4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GB">
                <a:solidFill>
                  <a:schemeClr val="bg1"/>
                </a:solidFill>
              </a:rPr>
              <a:t>Noise Reduction – Good amplifiers reduce background noise and interference, giving a cleaner output.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544060" y="499745"/>
            <a:ext cx="778002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400" b="1"/>
              <a:t>Noise Reduction </a:t>
            </a:r>
            <a:r>
              <a:rPr lang="en-US" altLang="en-GB"/>
              <a:t>– Good amplifiers reduce background noise and interference, giving a cleaner output.</a:t>
            </a:r>
            <a:endParaRPr lang="en-GB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4512945" y="1452880"/>
            <a:ext cx="763460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400" b="1"/>
              <a:t>Energy Efficiency</a:t>
            </a:r>
            <a:r>
              <a:rPr lang="en-US" altLang="en-GB"/>
              <a:t> – Modern amplifiers use less power while delivering high output.</a:t>
            </a:r>
            <a:endParaRPr lang="en-US" altLang="en-GB"/>
          </a:p>
        </p:txBody>
      </p:sp>
      <p:sp>
        <p:nvSpPr>
          <p:cNvPr id="6" name="Text Box 5"/>
          <p:cNvSpPr txBox="1"/>
          <p:nvPr/>
        </p:nvSpPr>
        <p:spPr>
          <a:xfrm>
            <a:off x="4644390" y="2288540"/>
            <a:ext cx="75907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400" b="1"/>
              <a:t>Maintains Signal Integrity </a:t>
            </a:r>
            <a:r>
              <a:rPr lang="en-US" altLang="en-GB"/>
              <a:t>– Prevents signal loss when transmitting over long cables.</a:t>
            </a:r>
            <a:endParaRPr lang="en-US" altLang="en-GB"/>
          </a:p>
        </p:txBody>
      </p:sp>
      <p:sp>
        <p:nvSpPr>
          <p:cNvPr id="7" name="Text Box 6"/>
          <p:cNvSpPr txBox="1"/>
          <p:nvPr/>
        </p:nvSpPr>
        <p:spPr>
          <a:xfrm>
            <a:off x="4761865" y="3211830"/>
            <a:ext cx="73564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800" b="1"/>
              <a:t>maintain &amp; easy to access</a:t>
            </a:r>
            <a:endParaRPr lang="en-US" altLang="en-GB" sz="2800" b="1"/>
          </a:p>
        </p:txBody>
      </p:sp>
      <p:sp>
        <p:nvSpPr>
          <p:cNvPr id="8" name="Text Box 7"/>
          <p:cNvSpPr txBox="1"/>
          <p:nvPr/>
        </p:nvSpPr>
        <p:spPr>
          <a:xfrm>
            <a:off x="4908550" y="4011295"/>
            <a:ext cx="663829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400" b="1"/>
              <a:t>Durability for Long Use</a:t>
            </a:r>
            <a:r>
              <a:rPr lang="en-US" altLang="en-GB"/>
              <a:t> – Designed to handle high volumes and continuous use without overheating.</a:t>
            </a:r>
            <a:endParaRPr lang="en-US" altLang="en-GB"/>
          </a:p>
        </p:txBody>
      </p:sp>
      <p:sp>
        <p:nvSpPr>
          <p:cNvPr id="9" name="Text Box 8"/>
          <p:cNvSpPr txBox="1"/>
          <p:nvPr/>
        </p:nvSpPr>
        <p:spPr>
          <a:xfrm>
            <a:off x="5157470" y="5218430"/>
            <a:ext cx="671131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400" b="1"/>
              <a:t>Better Bass Response</a:t>
            </a:r>
            <a:r>
              <a:rPr lang="en-US" altLang="en-GB"/>
              <a:t> – Subwoofer amplifiers deliver deep and powerful bass.</a:t>
            </a:r>
            <a:endParaRPr lang="en-US" alt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0">
        <p14:reveal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bldLvl="0" animBg="1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3" name="Rectangle 5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208613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5" name="Rectangle 5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2"/>
            <a:ext cx="1220861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7" name="Right Triangle 5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>
            <a:off x="408102" y="-284146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/>
          <p:cNvGrpSpPr>
            <a:grpSpLocks noGrp="1" noRot="1" noChangeAspect="1" noMove="1" noResize="1" noUngrp="1"/>
          </p:cNvGrpSpPr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0" name="Straight Connector 59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720772"/>
            <a:ext cx="3733078" cy="5531079"/>
          </a:xfrm>
        </p:spPr>
        <p:txBody>
          <a:bodyPr>
            <a:normAutofit/>
          </a:bodyPr>
          <a:lstStyle/>
          <a:p>
            <a:r>
              <a:rPr lang="en-US" b="1"/>
              <a:t>Conclusion</a:t>
            </a:r>
            <a:endParaRPr lang="en-US"/>
          </a:p>
        </p:txBody>
      </p:sp>
      <p:sp>
        <p:nvSpPr>
          <p:cNvPr id="90" name="Flowchart: Document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4885106" y="-465509"/>
            <a:ext cx="6858001" cy="7789015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-1" fmla="*/ 0 w 21600"/>
              <a:gd name="connsiteY0-2" fmla="*/ 26328 h 47652"/>
              <a:gd name="connsiteX1-3" fmla="*/ 21562 w 21600"/>
              <a:gd name="connsiteY1-4" fmla="*/ 0 h 47652"/>
              <a:gd name="connsiteX2-5" fmla="*/ 21600 w 21600"/>
              <a:gd name="connsiteY2-6" fmla="*/ 43650 h 47652"/>
              <a:gd name="connsiteX3-7" fmla="*/ 0 w 21600"/>
              <a:gd name="connsiteY3-8" fmla="*/ 46500 h 47652"/>
              <a:gd name="connsiteX4-9" fmla="*/ 0 w 21600"/>
              <a:gd name="connsiteY4-10" fmla="*/ 26328 h 47652"/>
              <a:gd name="connsiteX0-11" fmla="*/ 56 w 21600"/>
              <a:gd name="connsiteY0-12" fmla="*/ 98 h 47652"/>
              <a:gd name="connsiteX1-13" fmla="*/ 21562 w 21600"/>
              <a:gd name="connsiteY1-14" fmla="*/ 0 h 47652"/>
              <a:gd name="connsiteX2-15" fmla="*/ 21600 w 21600"/>
              <a:gd name="connsiteY2-16" fmla="*/ 43650 h 47652"/>
              <a:gd name="connsiteX3-17" fmla="*/ 0 w 21600"/>
              <a:gd name="connsiteY3-18" fmla="*/ 46500 h 47652"/>
              <a:gd name="connsiteX4-19" fmla="*/ 56 w 21600"/>
              <a:gd name="connsiteY4-20" fmla="*/ 98 h 47652"/>
              <a:gd name="connsiteX0-21" fmla="*/ 37 w 21600"/>
              <a:gd name="connsiteY0-22" fmla="*/ 196 h 47652"/>
              <a:gd name="connsiteX1-23" fmla="*/ 21562 w 21600"/>
              <a:gd name="connsiteY1-24" fmla="*/ 0 h 47652"/>
              <a:gd name="connsiteX2-25" fmla="*/ 21600 w 21600"/>
              <a:gd name="connsiteY2-26" fmla="*/ 43650 h 47652"/>
              <a:gd name="connsiteX3-27" fmla="*/ 0 w 21600"/>
              <a:gd name="connsiteY3-28" fmla="*/ 46500 h 47652"/>
              <a:gd name="connsiteX4-29" fmla="*/ 37 w 21600"/>
              <a:gd name="connsiteY4-30" fmla="*/ 196 h 47652"/>
              <a:gd name="connsiteX0-31" fmla="*/ 5 w 21606"/>
              <a:gd name="connsiteY0-32" fmla="*/ 196 h 47652"/>
              <a:gd name="connsiteX1-33" fmla="*/ 21568 w 21606"/>
              <a:gd name="connsiteY1-34" fmla="*/ 0 h 47652"/>
              <a:gd name="connsiteX2-35" fmla="*/ 21606 w 21606"/>
              <a:gd name="connsiteY2-36" fmla="*/ 43650 h 47652"/>
              <a:gd name="connsiteX3-37" fmla="*/ 6 w 21606"/>
              <a:gd name="connsiteY3-38" fmla="*/ 46500 h 47652"/>
              <a:gd name="connsiteX4-39" fmla="*/ 5 w 21606"/>
              <a:gd name="connsiteY4-40" fmla="*/ 196 h 47652"/>
              <a:gd name="connsiteX0-41" fmla="*/ 3 w 21642"/>
              <a:gd name="connsiteY0-42" fmla="*/ 1 h 47652"/>
              <a:gd name="connsiteX1-43" fmla="*/ 21604 w 21642"/>
              <a:gd name="connsiteY1-44" fmla="*/ 0 h 47652"/>
              <a:gd name="connsiteX2-45" fmla="*/ 21642 w 21642"/>
              <a:gd name="connsiteY2-46" fmla="*/ 43650 h 47652"/>
              <a:gd name="connsiteX3-47" fmla="*/ 42 w 21642"/>
              <a:gd name="connsiteY3-48" fmla="*/ 46500 h 47652"/>
              <a:gd name="connsiteX4-49" fmla="*/ 3 w 21642"/>
              <a:gd name="connsiteY4-50" fmla="*/ 1 h 47652"/>
              <a:gd name="connsiteX0-51" fmla="*/ 3 w 21642"/>
              <a:gd name="connsiteY0-52" fmla="*/ 0 h 47651"/>
              <a:gd name="connsiteX1-53" fmla="*/ 21623 w 21642"/>
              <a:gd name="connsiteY1-54" fmla="*/ 97 h 47651"/>
              <a:gd name="connsiteX2-55" fmla="*/ 21642 w 21642"/>
              <a:gd name="connsiteY2-56" fmla="*/ 43649 h 47651"/>
              <a:gd name="connsiteX3-57" fmla="*/ 42 w 21642"/>
              <a:gd name="connsiteY3-58" fmla="*/ 46499 h 47651"/>
              <a:gd name="connsiteX4-59" fmla="*/ 3 w 21642"/>
              <a:gd name="connsiteY4-60" fmla="*/ 0 h 47651"/>
              <a:gd name="connsiteX0-61" fmla="*/ 3 w 21642"/>
              <a:gd name="connsiteY0-62" fmla="*/ 147 h 47798"/>
              <a:gd name="connsiteX1-63" fmla="*/ 21623 w 21642"/>
              <a:gd name="connsiteY1-64" fmla="*/ 0 h 47798"/>
              <a:gd name="connsiteX2-65" fmla="*/ 21642 w 21642"/>
              <a:gd name="connsiteY2-66" fmla="*/ 43796 h 47798"/>
              <a:gd name="connsiteX3-67" fmla="*/ 42 w 21642"/>
              <a:gd name="connsiteY3-68" fmla="*/ 46646 h 47798"/>
              <a:gd name="connsiteX4-69" fmla="*/ 3 w 21642"/>
              <a:gd name="connsiteY4-70" fmla="*/ 147 h 47798"/>
              <a:gd name="connsiteX0-71" fmla="*/ 17 w 21656"/>
              <a:gd name="connsiteY0-72" fmla="*/ 147 h 47742"/>
              <a:gd name="connsiteX1-73" fmla="*/ 21637 w 21656"/>
              <a:gd name="connsiteY1-74" fmla="*/ 0 h 47742"/>
              <a:gd name="connsiteX2-75" fmla="*/ 21656 w 21656"/>
              <a:gd name="connsiteY2-76" fmla="*/ 43796 h 47742"/>
              <a:gd name="connsiteX3-77" fmla="*/ 0 w 21656"/>
              <a:gd name="connsiteY3-78" fmla="*/ 46582 h 47742"/>
              <a:gd name="connsiteX4-79" fmla="*/ 17 w 21656"/>
              <a:gd name="connsiteY4-80" fmla="*/ 147 h 47742"/>
              <a:gd name="connsiteX0-81" fmla="*/ 17 w 21663"/>
              <a:gd name="connsiteY0-82" fmla="*/ 73 h 47668"/>
              <a:gd name="connsiteX1-83" fmla="*/ 21663 w 21663"/>
              <a:gd name="connsiteY1-84" fmla="*/ 0 h 47668"/>
              <a:gd name="connsiteX2-85" fmla="*/ 21656 w 21663"/>
              <a:gd name="connsiteY2-86" fmla="*/ 43722 h 47668"/>
              <a:gd name="connsiteX3-87" fmla="*/ 0 w 21663"/>
              <a:gd name="connsiteY3-88" fmla="*/ 46508 h 47668"/>
              <a:gd name="connsiteX4-89" fmla="*/ 17 w 21663"/>
              <a:gd name="connsiteY4-90" fmla="*/ 73 h 47668"/>
              <a:gd name="connsiteX0-91" fmla="*/ 5 w 21671"/>
              <a:gd name="connsiteY0-92" fmla="*/ 73 h 47668"/>
              <a:gd name="connsiteX1-93" fmla="*/ 21671 w 21671"/>
              <a:gd name="connsiteY1-94" fmla="*/ 0 h 47668"/>
              <a:gd name="connsiteX2-95" fmla="*/ 21664 w 21671"/>
              <a:gd name="connsiteY2-96" fmla="*/ 43722 h 47668"/>
              <a:gd name="connsiteX3-97" fmla="*/ 8 w 21671"/>
              <a:gd name="connsiteY3-98" fmla="*/ 46508 h 47668"/>
              <a:gd name="connsiteX4-99" fmla="*/ 5 w 21671"/>
              <a:gd name="connsiteY4-100" fmla="*/ 73 h 47668"/>
              <a:gd name="connsiteX0-101" fmla="*/ 5 w 21671"/>
              <a:gd name="connsiteY0-102" fmla="*/ 73 h 47668"/>
              <a:gd name="connsiteX1-103" fmla="*/ 21671 w 21671"/>
              <a:gd name="connsiteY1-104" fmla="*/ 0 h 47668"/>
              <a:gd name="connsiteX2-105" fmla="*/ 21670 w 21671"/>
              <a:gd name="connsiteY2-106" fmla="*/ 43722 h 47668"/>
              <a:gd name="connsiteX3-107" fmla="*/ 8 w 21671"/>
              <a:gd name="connsiteY3-108" fmla="*/ 46508 h 47668"/>
              <a:gd name="connsiteX4-109" fmla="*/ 5 w 21671"/>
              <a:gd name="connsiteY4-110" fmla="*/ 73 h 47668"/>
              <a:gd name="connsiteX0-111" fmla="*/ 4 w 21676"/>
              <a:gd name="connsiteY0-112" fmla="*/ 0 h 47722"/>
              <a:gd name="connsiteX1-113" fmla="*/ 21676 w 21676"/>
              <a:gd name="connsiteY1-114" fmla="*/ 54 h 47722"/>
              <a:gd name="connsiteX2-115" fmla="*/ 21675 w 21676"/>
              <a:gd name="connsiteY2-116" fmla="*/ 43776 h 47722"/>
              <a:gd name="connsiteX3-117" fmla="*/ 13 w 21676"/>
              <a:gd name="connsiteY3-118" fmla="*/ 46562 h 47722"/>
              <a:gd name="connsiteX4-119" fmla="*/ 4 w 21676"/>
              <a:gd name="connsiteY4-120" fmla="*/ 0 h 4772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1676" h="47722">
                <a:moveTo>
                  <a:pt x="4" y="0"/>
                </a:moveTo>
                <a:lnTo>
                  <a:pt x="21676" y="54"/>
                </a:lnTo>
                <a:cubicBezTo>
                  <a:pt x="21676" y="5828"/>
                  <a:pt x="21675" y="38002"/>
                  <a:pt x="21675" y="43776"/>
                </a:cubicBezTo>
                <a:cubicBezTo>
                  <a:pt x="10875" y="43776"/>
                  <a:pt x="10813" y="50312"/>
                  <a:pt x="13" y="46562"/>
                </a:cubicBezTo>
                <a:cubicBezTo>
                  <a:pt x="32" y="31095"/>
                  <a:pt x="-15" y="15467"/>
                  <a:pt x="4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47" name="Content Placeholder 2"/>
          <p:cNvGraphicFramePr>
            <a:graphicFrameLocks noGrp="1"/>
          </p:cNvGraphicFramePr>
          <p:nvPr>
            <p:ph idx="1"/>
          </p:nvPr>
        </p:nvGraphicFramePr>
        <p:xfrm>
          <a:off x="5207845" y="460214"/>
          <a:ext cx="6831118" cy="60599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>
        <p14:reveal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7" grpId="0">
        <p:bldAsOne/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/>
          <p:cNvGrpSpPr>
            <a:grpSpLocks noGrp="1" noRot="1" noChangeAspect="1" noMove="1" noResize="1" noUngrp="1"/>
          </p:cNvGrpSpPr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Freeform: Shape 4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4" name="Freeform: Shape 4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Freeform: Shape 4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8" name="Group 47"/>
          <p:cNvGrpSpPr>
            <a:grpSpLocks noGrp="1" noRot="1" noChangeAspect="1" noMove="1" noResize="1" noUngrp="1"/>
          </p:cNvGrpSpPr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9" name="Straight Connector 48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79" name="Rectangle 7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5" name="Picture 4" descr="Different coloured question marks"/>
          <p:cNvPicPr>
            <a:picLocks noChangeAspect="1"/>
          </p:cNvPicPr>
          <p:nvPr/>
        </p:nvPicPr>
        <p:blipFill rotWithShape="1">
          <a:blip r:embed="rId1"/>
          <a:srcRect r="23" b="-2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81" name="Rectangle 8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3" name="Group 82"/>
          <p:cNvGrpSpPr>
            <a:grpSpLocks noGrp="1" noRot="1" noChangeAspect="1" noMove="1" noResize="1" noUngrp="1"/>
          </p:cNvGrpSpPr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4" name="Straight Connector 83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7086" y="3510095"/>
            <a:ext cx="9994373" cy="22262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5400" b="1"/>
              <a:t>Q&amp;A</a:t>
            </a:r>
            <a:endParaRPr lang="en-US" sz="5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6949" y="725466"/>
            <a:ext cx="7974719" cy="27131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buNone/>
            </a:pPr>
            <a:r>
              <a:rPr lang="en-US" sz="2400" kern="1200" dirty="0">
                <a:latin typeface="+mn-lt"/>
                <a:ea typeface="+mn-ea"/>
                <a:cs typeface="+mn-cs"/>
              </a:rPr>
              <a:t>Thank you for your attention. Now, we'd be happy to take any questions you may have.</a:t>
            </a:r>
            <a:endParaRPr lang="en-US" sz="2400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114" name="Right Triangle 1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>
            <a:off x="5905012" y="-284145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0">
        <p14:reveal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SineVTI">
  <a:themeElements>
    <a:clrScheme name="AnalogousFromLightSeedLeftStep">
      <a:dk1>
        <a:srgbClr val="000000"/>
      </a:dk1>
      <a:lt1>
        <a:srgbClr val="FFFFFF"/>
      </a:lt1>
      <a:dk2>
        <a:srgbClr val="243341"/>
      </a:dk2>
      <a:lt2>
        <a:srgbClr val="E7E8E2"/>
      </a:lt2>
      <a:accent1>
        <a:srgbClr val="9E96C6"/>
      </a:accent1>
      <a:accent2>
        <a:srgbClr val="7F8EBA"/>
      </a:accent2>
      <a:accent3>
        <a:srgbClr val="83A9BC"/>
      </a:accent3>
      <a:accent4>
        <a:srgbClr val="77AFAA"/>
      </a:accent4>
      <a:accent5>
        <a:srgbClr val="83AD98"/>
      </a:accent5>
      <a:accent6>
        <a:srgbClr val="78B07C"/>
      </a:accent6>
      <a:hlink>
        <a:srgbClr val="7F8752"/>
      </a:hlink>
      <a:folHlink>
        <a:srgbClr val="7F7F7F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1934</Words>
  <Application>WPS Presentation</Application>
  <PresentationFormat>Widescreen</PresentationFormat>
  <Paragraphs>88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SimSun</vt:lpstr>
      <vt:lpstr>Wingdings</vt:lpstr>
      <vt:lpstr>Times New Roman</vt:lpstr>
      <vt:lpstr>Posterama</vt:lpstr>
      <vt:lpstr>Wingdings</vt:lpstr>
      <vt:lpstr>Segoe Print</vt:lpstr>
      <vt:lpstr>Avenir Next LT Pro</vt:lpstr>
      <vt:lpstr>Microsoft YaHei</vt:lpstr>
      <vt:lpstr>Arial Unicode MS</vt:lpstr>
      <vt:lpstr>Calibri</vt:lpstr>
      <vt:lpstr>SineVTI</vt:lpstr>
      <vt:lpstr>Simple Basic Audio Amplifier</vt:lpstr>
      <vt:lpstr>Group-5 comprises the following members:</vt:lpstr>
      <vt:lpstr>Introduction</vt:lpstr>
      <vt:lpstr>Project Overview</vt:lpstr>
      <vt:lpstr>Project Components</vt:lpstr>
      <vt:lpstr>Project Components</vt:lpstr>
      <vt:lpstr>Circuit Diagram</vt:lpstr>
      <vt:lpstr>Step 1 - Connect 10k Resistors</vt:lpstr>
      <vt:lpstr>Step 2 - Connect Capacitor</vt:lpstr>
      <vt:lpstr>Step 3 - Connect Audio Jack</vt:lpstr>
      <vt:lpstr>Step 4 - Connect Audio Speaker</vt:lpstr>
      <vt:lpstr>Step 5 - Connect 9V Battery</vt:lpstr>
      <vt:lpstr>PowerPoint 演示文稿</vt:lpstr>
      <vt:lpstr>SIMULATION VIEW</vt:lpstr>
      <vt:lpstr>Benefits:</vt:lpstr>
      <vt:lpstr>Conclusion</vt:lpstr>
      <vt:lpstr>Q&amp;A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Sagor Sardar</dc:creator>
  <cp:lastModifiedBy>Shimanto Shaha</cp:lastModifiedBy>
  <cp:revision>613</cp:revision>
  <dcterms:created xsi:type="dcterms:W3CDTF">2023-12-16T16:35:00Z</dcterms:created>
  <dcterms:modified xsi:type="dcterms:W3CDTF">2025-09-16T04:11:45Z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ED9D86AA43224F57A0F6523E5030632F_12</vt:lpwstr>
  </property>
  <property fmtid="{D5CDD505-2E9C-101B-9397-08002B2CF9AE}" pid="3" name="KSOProductBuildVer">
    <vt:lpwstr>2057-12.2.0.21936</vt:lpwstr>
  </property>
</Properties>
</file>